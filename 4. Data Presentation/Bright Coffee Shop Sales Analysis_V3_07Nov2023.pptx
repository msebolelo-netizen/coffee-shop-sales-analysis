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18"/>
  </p:notesMasterIdLst>
  <p:handoutMasterIdLst>
    <p:handoutMasterId r:id="rId19"/>
  </p:handoutMasterIdLst>
  <p:sldIdLst>
    <p:sldId id="400" r:id="rId5"/>
    <p:sldId id="391" r:id="rId6"/>
    <p:sldId id="403" r:id="rId7"/>
    <p:sldId id="404" r:id="rId8"/>
    <p:sldId id="261" r:id="rId9"/>
    <p:sldId id="405" r:id="rId10"/>
    <p:sldId id="406" r:id="rId11"/>
    <p:sldId id="401" r:id="rId12"/>
    <p:sldId id="407" r:id="rId13"/>
    <p:sldId id="409" r:id="rId14"/>
    <p:sldId id="398" r:id="rId15"/>
    <p:sldId id="408" r:id="rId16"/>
    <p:sldId id="286"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226" autoAdjust="0"/>
  </p:normalViewPr>
  <p:slideViewPr>
    <p:cSldViewPr snapToGrid="0">
      <p:cViewPr varScale="1">
        <p:scale>
          <a:sx n="85" d="100"/>
          <a:sy n="85" d="100"/>
        </p:scale>
        <p:origin x="1406" y="5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90" d="100"/>
        <a:sy n="90" d="100"/>
      </p:scale>
      <p:origin x="0" y="-1426"/>
    </p:cViewPr>
  </p:sorterViewPr>
  <p:notesViewPr>
    <p:cSldViewPr snapToGrid="0">
      <p:cViewPr varScale="1">
        <p:scale>
          <a:sx n="62" d="100"/>
          <a:sy n="62" d="100"/>
        </p:scale>
        <p:origin x="226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698C0E1-628D-4A29-932B-81EFC1D54B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E4E1657-5A73-426A-A66E-C4F85559BE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C80B55D-A28C-4981-AA30-62D8B2215F35}" type="datetimeFigureOut">
              <a:rPr lang="en-US" smtClean="0"/>
              <a:t>11/16/2025</a:t>
            </a:fld>
            <a:endParaRPr lang="en-US" dirty="0"/>
          </a:p>
        </p:txBody>
      </p:sp>
      <p:sp>
        <p:nvSpPr>
          <p:cNvPr id="4" name="Footer Placeholder 3">
            <a:extLst>
              <a:ext uri="{FF2B5EF4-FFF2-40B4-BE49-F238E27FC236}">
                <a16:creationId xmlns:a16="http://schemas.microsoft.com/office/drawing/2014/main" id="{DBBF12EE-0BCA-4112-A66D-A1C7DDACEE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059303C-1C5B-4166-91D0-954E1FF8A25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221B084-08CE-4CE2-A230-03FB2D2096EE}" type="slidenum">
              <a:rPr lang="en-US" smtClean="0"/>
              <a:t>‹#›</a:t>
            </a:fld>
            <a:endParaRPr lang="en-US" dirty="0"/>
          </a:p>
        </p:txBody>
      </p:sp>
    </p:spTree>
    <p:extLst>
      <p:ext uri="{BB962C8B-B14F-4D97-AF65-F5344CB8AC3E}">
        <p14:creationId xmlns:p14="http://schemas.microsoft.com/office/powerpoint/2010/main" val="5396255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3E07F7-7765-40B0-95C6-6F0178FC4D78}" type="datetimeFigureOut">
              <a:rPr lang="en-US" smtClean="0"/>
              <a:t>11/16/2025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4B07EB-3CEE-4B2A-A06F-03C965D4E9F1}" type="slidenum">
              <a:rPr lang="en-US" smtClean="0"/>
              <a:t>‹#›</a:t>
            </a:fld>
            <a:endParaRPr lang="en-US" dirty="0"/>
          </a:p>
        </p:txBody>
      </p:sp>
    </p:spTree>
    <p:extLst>
      <p:ext uri="{BB962C8B-B14F-4D97-AF65-F5344CB8AC3E}">
        <p14:creationId xmlns:p14="http://schemas.microsoft.com/office/powerpoint/2010/main" val="207629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BFE780-4B97-4708-B97F-94D8ADC6D799}" type="slidenum">
              <a:rPr lang="en-US" smtClean="0"/>
              <a:t>1</a:t>
            </a:fld>
            <a:endParaRPr lang="en-US" dirty="0"/>
          </a:p>
        </p:txBody>
      </p:sp>
    </p:spTree>
    <p:extLst>
      <p:ext uri="{BB962C8B-B14F-4D97-AF65-F5344CB8AC3E}">
        <p14:creationId xmlns:p14="http://schemas.microsoft.com/office/powerpoint/2010/main" val="446673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8C22AF-75C7-433B-B852-69970FBFF62D}" type="slidenum">
              <a:rPr lang="en-US" smtClean="0"/>
              <a:t>2</a:t>
            </a:fld>
            <a:endParaRPr lang="en-US" dirty="0"/>
          </a:p>
        </p:txBody>
      </p:sp>
    </p:spTree>
    <p:extLst>
      <p:ext uri="{BB962C8B-B14F-4D97-AF65-F5344CB8AC3E}">
        <p14:creationId xmlns:p14="http://schemas.microsoft.com/office/powerpoint/2010/main" val="4254271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6D7BE9-6C4F-48E9-816E-E7C44694421A}" type="slidenum">
              <a:rPr lang="en-US" smtClean="0"/>
              <a:t>3</a:t>
            </a:fld>
            <a:endParaRPr lang="en-US" dirty="0"/>
          </a:p>
        </p:txBody>
      </p:sp>
    </p:spTree>
    <p:extLst>
      <p:ext uri="{BB962C8B-B14F-4D97-AF65-F5344CB8AC3E}">
        <p14:creationId xmlns:p14="http://schemas.microsoft.com/office/powerpoint/2010/main" val="1359915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6D7BE9-6C4F-48E9-816E-E7C44694421A}" type="slidenum">
              <a:rPr lang="en-US" smtClean="0"/>
              <a:t>7</a:t>
            </a:fld>
            <a:endParaRPr lang="en-US" dirty="0"/>
          </a:p>
        </p:txBody>
      </p:sp>
    </p:spTree>
    <p:extLst>
      <p:ext uri="{BB962C8B-B14F-4D97-AF65-F5344CB8AC3E}">
        <p14:creationId xmlns:p14="http://schemas.microsoft.com/office/powerpoint/2010/main" val="2192843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6D7BE9-6C4F-48E9-816E-E7C44694421A}" type="slidenum">
              <a:rPr lang="en-US" smtClean="0"/>
              <a:t>8</a:t>
            </a:fld>
            <a:endParaRPr lang="en-US" dirty="0"/>
          </a:p>
        </p:txBody>
      </p:sp>
    </p:spTree>
    <p:extLst>
      <p:ext uri="{BB962C8B-B14F-4D97-AF65-F5344CB8AC3E}">
        <p14:creationId xmlns:p14="http://schemas.microsoft.com/office/powerpoint/2010/main" val="3579268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6D7BE9-6C4F-48E9-816E-E7C44694421A}" type="slidenum">
              <a:rPr lang="en-US" smtClean="0"/>
              <a:t>10</a:t>
            </a:fld>
            <a:endParaRPr lang="en-US" dirty="0"/>
          </a:p>
        </p:txBody>
      </p:sp>
    </p:spTree>
    <p:extLst>
      <p:ext uri="{BB962C8B-B14F-4D97-AF65-F5344CB8AC3E}">
        <p14:creationId xmlns:p14="http://schemas.microsoft.com/office/powerpoint/2010/main" val="384627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6D7BE9-6C4F-48E9-816E-E7C44694421A}" type="slidenum">
              <a:rPr lang="en-US" smtClean="0"/>
              <a:t>11</a:t>
            </a:fld>
            <a:endParaRPr lang="en-US" dirty="0"/>
          </a:p>
        </p:txBody>
      </p:sp>
    </p:spTree>
    <p:extLst>
      <p:ext uri="{BB962C8B-B14F-4D97-AF65-F5344CB8AC3E}">
        <p14:creationId xmlns:p14="http://schemas.microsoft.com/office/powerpoint/2010/main" val="33788756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6D7BE9-6C4F-48E9-816E-E7C44694421A}" type="slidenum">
              <a:rPr lang="en-US" smtClean="0"/>
              <a:t>12</a:t>
            </a:fld>
            <a:endParaRPr lang="en-US" dirty="0"/>
          </a:p>
        </p:txBody>
      </p:sp>
    </p:spTree>
    <p:extLst>
      <p:ext uri="{BB962C8B-B14F-4D97-AF65-F5344CB8AC3E}">
        <p14:creationId xmlns:p14="http://schemas.microsoft.com/office/powerpoint/2010/main" val="14122241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1E6D7BE9-6C4F-48E9-816E-E7C44694421A}" type="slidenum">
              <a:rPr lang="en-US" smtClean="0"/>
              <a:t>13</a:t>
            </a:fld>
            <a:endParaRPr lang="en-US" dirty="0"/>
          </a:p>
        </p:txBody>
      </p:sp>
    </p:spTree>
    <p:extLst>
      <p:ext uri="{BB962C8B-B14F-4D97-AF65-F5344CB8AC3E}">
        <p14:creationId xmlns:p14="http://schemas.microsoft.com/office/powerpoint/2010/main" val="1517567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8958888C-33C4-45BB-9053-0F238EBC2503}"/>
              </a:ext>
            </a:extLst>
          </p:cNvPr>
          <p:cNvSpPr>
            <a:spLocks noGrp="1"/>
          </p:cNvSpPr>
          <p:nvPr>
            <p:ph type="pic" sz="quarter" idx="13"/>
          </p:nvPr>
        </p:nvSpPr>
        <p:spPr>
          <a:xfrm>
            <a:off x="0" y="0"/>
            <a:ext cx="9144000" cy="6858000"/>
          </a:xfrm>
        </p:spPr>
        <p:txBody>
          <a:bodyPr/>
          <a:lstStyle/>
          <a:p>
            <a:r>
              <a:rPr lang="en-US"/>
              <a:t>Click icon to add picture</a:t>
            </a:r>
            <a:endParaRPr lang="en-US" dirty="0"/>
          </a:p>
        </p:txBody>
      </p:sp>
      <p:sp useBgFill="1">
        <p:nvSpPr>
          <p:cNvPr id="10" name="Title 1">
            <a:extLst>
              <a:ext uri="{FF2B5EF4-FFF2-40B4-BE49-F238E27FC236}">
                <a16:creationId xmlns:a16="http://schemas.microsoft.com/office/drawing/2014/main" id="{E234E1C5-BD1C-4142-BA62-2A1D902B606D}"/>
              </a:ext>
            </a:extLst>
          </p:cNvPr>
          <p:cNvSpPr>
            <a:spLocks noGrp="1"/>
          </p:cNvSpPr>
          <p:nvPr>
            <p:ph type="ctrTitle"/>
          </p:nvPr>
        </p:nvSpPr>
        <p:spPr>
          <a:xfrm>
            <a:off x="1697573" y="1762888"/>
            <a:ext cx="5748855" cy="2140251"/>
          </a:xfrm>
        </p:spPr>
        <p:txBody>
          <a:bodyPr tIns="365760" anchor="ctr">
            <a:normAutofit/>
          </a:bodyPr>
          <a:lstStyle>
            <a:lvl1pPr algn="ctr">
              <a:defRPr sz="5400"/>
            </a:lvl1pPr>
          </a:lstStyle>
          <a:p>
            <a:r>
              <a:rPr lang="en-US" sz="4800"/>
              <a:t>Click to edit Master title style</a:t>
            </a:r>
            <a:endParaRPr lang="en-US" sz="4800" dirty="0"/>
          </a:p>
        </p:txBody>
      </p:sp>
      <p:sp useBgFill="1">
        <p:nvSpPr>
          <p:cNvPr id="12" name="Subtitle 2" descr="Tag=AccentColor&#10;Flavor=Light&#10;Target=Text">
            <a:extLst>
              <a:ext uri="{FF2B5EF4-FFF2-40B4-BE49-F238E27FC236}">
                <a16:creationId xmlns:a16="http://schemas.microsoft.com/office/drawing/2014/main" id="{DED57426-1707-4704-8E09-2F76090515F3}"/>
              </a:ext>
            </a:extLst>
          </p:cNvPr>
          <p:cNvSpPr>
            <a:spLocks noGrp="1"/>
          </p:cNvSpPr>
          <p:nvPr>
            <p:ph type="subTitle" idx="1"/>
          </p:nvPr>
        </p:nvSpPr>
        <p:spPr>
          <a:xfrm>
            <a:off x="1697573" y="3903139"/>
            <a:ext cx="5748854" cy="1191977"/>
          </a:xfrm>
        </p:spPr>
        <p:txBody>
          <a:bodyPr/>
          <a:lstStyle>
            <a:lvl1pPr marL="0" indent="0" algn="ctr">
              <a:buNone/>
              <a:defRPr/>
            </a:lvl1pPr>
          </a:lstStyle>
          <a:p>
            <a:r>
              <a:rPr lang="en-US"/>
              <a:t>Click to edit Master subtitle style</a:t>
            </a:r>
            <a:endParaRPr lang="en-US" dirty="0"/>
          </a:p>
        </p:txBody>
      </p:sp>
    </p:spTree>
    <p:extLst>
      <p:ext uri="{BB962C8B-B14F-4D97-AF65-F5344CB8AC3E}">
        <p14:creationId xmlns:p14="http://schemas.microsoft.com/office/powerpoint/2010/main" val="3600301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B2FCC-99C4-4C2B-99B4-9C5E13D5344B}"/>
              </a:ext>
            </a:extLst>
          </p:cNvPr>
          <p:cNvSpPr>
            <a:spLocks noGrp="1"/>
          </p:cNvSpPr>
          <p:nvPr>
            <p:ph type="title"/>
          </p:nvPr>
        </p:nvSpPr>
        <p:spPr>
          <a:xfrm>
            <a:off x="6038231" y="782122"/>
            <a:ext cx="2714625" cy="2492828"/>
          </a:xfrm>
        </p:spPr>
        <p:txBody>
          <a:bodyPr anchor="b"/>
          <a:lstStyle>
            <a:lvl1pPr algn="l">
              <a:spcBef>
                <a:spcPts val="960"/>
              </a:spcBef>
              <a:spcAft>
                <a:spcPts val="600"/>
              </a:spcAft>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8958888C-33C4-45BB-9053-0F238EBC2503}"/>
              </a:ext>
            </a:extLst>
          </p:cNvPr>
          <p:cNvSpPr>
            <a:spLocks noGrp="1"/>
          </p:cNvSpPr>
          <p:nvPr>
            <p:ph type="pic" sz="quarter" idx="13"/>
          </p:nvPr>
        </p:nvSpPr>
        <p:spPr>
          <a:xfrm>
            <a:off x="-3555" y="0"/>
            <a:ext cx="2816034" cy="2675444"/>
          </a:xfrm>
          <a:ln>
            <a:noFill/>
          </a:ln>
        </p:spPr>
        <p:txBody>
          <a:bodyPr/>
          <a:lstStyle/>
          <a:p>
            <a:r>
              <a:rPr lang="en-US"/>
              <a:t>Click icon to add picture</a:t>
            </a:r>
            <a:endParaRPr lang="en-US" dirty="0"/>
          </a:p>
        </p:txBody>
      </p:sp>
      <p:sp>
        <p:nvSpPr>
          <p:cNvPr id="19" name="Picture Placeholder 10">
            <a:extLst>
              <a:ext uri="{FF2B5EF4-FFF2-40B4-BE49-F238E27FC236}">
                <a16:creationId xmlns:a16="http://schemas.microsoft.com/office/drawing/2014/main" id="{B5F49914-A317-424F-9214-203370D7674B}"/>
              </a:ext>
            </a:extLst>
          </p:cNvPr>
          <p:cNvSpPr>
            <a:spLocks noGrp="1"/>
          </p:cNvSpPr>
          <p:nvPr>
            <p:ph type="pic" sz="quarter" idx="14"/>
          </p:nvPr>
        </p:nvSpPr>
        <p:spPr>
          <a:xfrm>
            <a:off x="2812480" y="0"/>
            <a:ext cx="2845361" cy="2675444"/>
          </a:xfrm>
          <a:ln>
            <a:noFill/>
          </a:ln>
        </p:spPr>
        <p:txBody>
          <a:bodyPr/>
          <a:lstStyle/>
          <a:p>
            <a:r>
              <a:rPr lang="en-US"/>
              <a:t>Click icon to add picture</a:t>
            </a:r>
            <a:endParaRPr lang="en-US" dirty="0"/>
          </a:p>
        </p:txBody>
      </p:sp>
      <p:sp>
        <p:nvSpPr>
          <p:cNvPr id="20" name="Picture Placeholder 10">
            <a:extLst>
              <a:ext uri="{FF2B5EF4-FFF2-40B4-BE49-F238E27FC236}">
                <a16:creationId xmlns:a16="http://schemas.microsoft.com/office/drawing/2014/main" id="{B68EE34D-80C0-4CEE-99D1-3C91F6626DFF}"/>
              </a:ext>
            </a:extLst>
          </p:cNvPr>
          <p:cNvSpPr>
            <a:spLocks noGrp="1"/>
          </p:cNvSpPr>
          <p:nvPr>
            <p:ph type="pic" sz="quarter" idx="15"/>
          </p:nvPr>
        </p:nvSpPr>
        <p:spPr>
          <a:xfrm>
            <a:off x="-3555" y="2675444"/>
            <a:ext cx="5657928" cy="4182556"/>
          </a:xfrm>
          <a:ln>
            <a:noFill/>
          </a:ln>
        </p:spPr>
        <p:txBody>
          <a:bodyPr/>
          <a:lstStyle/>
          <a:p>
            <a:r>
              <a:rPr lang="en-US"/>
              <a:t>Click icon to add picture</a:t>
            </a:r>
            <a:endParaRPr lang="en-US" dirty="0"/>
          </a:p>
        </p:txBody>
      </p:sp>
      <p:sp>
        <p:nvSpPr>
          <p:cNvPr id="12" name="Footer Placeholder 4">
            <a:extLst>
              <a:ext uri="{FF2B5EF4-FFF2-40B4-BE49-F238E27FC236}">
                <a16:creationId xmlns:a16="http://schemas.microsoft.com/office/drawing/2014/main" id="{25E34894-A499-4CC3-9F3E-BB0B1268CC35}"/>
              </a:ext>
            </a:extLst>
          </p:cNvPr>
          <p:cNvSpPr>
            <a:spLocks noGrp="1"/>
          </p:cNvSpPr>
          <p:nvPr>
            <p:ph type="ftr" sz="quarter" idx="11"/>
          </p:nvPr>
        </p:nvSpPr>
        <p:spPr>
          <a:xfrm>
            <a:off x="685347" y="6000750"/>
            <a:ext cx="5004649" cy="365125"/>
          </a:xfrm>
        </p:spPr>
        <p:txBody>
          <a:bodyPr/>
          <a:lstStyle/>
          <a:p>
            <a:r>
              <a:rPr lang="en-US" dirty="0"/>
              <a:t>Sample footer text</a:t>
            </a:r>
          </a:p>
        </p:txBody>
      </p:sp>
      <p:sp>
        <p:nvSpPr>
          <p:cNvPr id="23" name="Text Placeholder 22">
            <a:extLst>
              <a:ext uri="{FF2B5EF4-FFF2-40B4-BE49-F238E27FC236}">
                <a16:creationId xmlns:a16="http://schemas.microsoft.com/office/drawing/2014/main" id="{6F37D4A7-7BA4-4331-82C1-818D1B5B05B2}"/>
              </a:ext>
            </a:extLst>
          </p:cNvPr>
          <p:cNvSpPr>
            <a:spLocks noGrp="1"/>
          </p:cNvSpPr>
          <p:nvPr>
            <p:ph type="body" sz="quarter" idx="17"/>
          </p:nvPr>
        </p:nvSpPr>
        <p:spPr>
          <a:xfrm>
            <a:off x="6031706" y="3592287"/>
            <a:ext cx="2714625" cy="1992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r>
              <a:rPr lang="en-US" dirty="0"/>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741879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p:cNvSpPr>
            <a:spLocks noGrp="1"/>
          </p:cNvSpPr>
          <p:nvPr>
            <p:ph type="ctrTitle"/>
          </p:nvPr>
        </p:nvSpPr>
        <p:spPr>
          <a:xfrm>
            <a:off x="685001" y="1233378"/>
            <a:ext cx="4272827" cy="1405366"/>
          </a:xfrm>
        </p:spPr>
        <p:txBody>
          <a:bodyPr anchor="b">
            <a:noAutofit/>
          </a:bodyPr>
          <a:lstStyle>
            <a:lvl1pPr algn="ctr">
              <a:defRPr sz="4000"/>
            </a:lvl1pPr>
          </a:lstStyle>
          <a:p>
            <a:r>
              <a:rPr lang="en-US"/>
              <a:t>Click to edit Master title style</a:t>
            </a:r>
            <a:endParaRPr lang="en-US" dirty="0"/>
          </a:p>
        </p:txBody>
      </p:sp>
      <p:sp>
        <p:nvSpPr>
          <p:cNvPr id="3" name="Subtitle 2"/>
          <p:cNvSpPr>
            <a:spLocks noGrp="1"/>
          </p:cNvSpPr>
          <p:nvPr>
            <p:ph type="subTitle" idx="1"/>
          </p:nvPr>
        </p:nvSpPr>
        <p:spPr>
          <a:xfrm>
            <a:off x="685347" y="3002282"/>
            <a:ext cx="4264828" cy="2271393"/>
          </a:xfrm>
        </p:spPr>
        <p:txBody>
          <a:bodyPr anchor="t">
            <a:normAutofit/>
          </a:bodyPr>
          <a:lstStyle>
            <a:lvl1pPr marL="0" indent="0" algn="ctr">
              <a:buNone/>
              <a:defRPr lang="en-US" sz="20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Calibri"/>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13" name="Picture Placeholder 12">
            <a:extLst>
              <a:ext uri="{FF2B5EF4-FFF2-40B4-BE49-F238E27FC236}">
                <a16:creationId xmlns:a16="http://schemas.microsoft.com/office/drawing/2014/main" id="{F93FCD85-64A9-4257-8703-568A1629E13D}"/>
              </a:ext>
            </a:extLst>
          </p:cNvPr>
          <p:cNvSpPr>
            <a:spLocks noGrp="1"/>
          </p:cNvSpPr>
          <p:nvPr>
            <p:ph type="pic" sz="quarter" idx="13"/>
          </p:nvPr>
        </p:nvSpPr>
        <p:spPr>
          <a:xfrm>
            <a:off x="5697648" y="0"/>
            <a:ext cx="3429000" cy="6858000"/>
          </a:xfrm>
        </p:spPr>
        <p:txBody>
          <a:bodyPr/>
          <a:lstStyle/>
          <a:p>
            <a:r>
              <a:rPr lang="en-US"/>
              <a:t>Click icon to add picture</a:t>
            </a:r>
            <a:endParaRPr lang="en-US" dirty="0"/>
          </a:p>
        </p:txBody>
      </p:sp>
      <p:pic>
        <p:nvPicPr>
          <p:cNvPr id="9" name="Picture 8">
            <a:extLst>
              <a:ext uri="{FF2B5EF4-FFF2-40B4-BE49-F238E27FC236}">
                <a16:creationId xmlns:a16="http://schemas.microsoft.com/office/drawing/2014/main" id="{1A47AB1B-8039-41F6-A255-B03F33FB635C}"/>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5626101" y="1"/>
            <a:ext cx="3517899" cy="6858000"/>
          </a:xfrm>
          <a:prstGeom prst="rect">
            <a:avLst/>
          </a:prstGeom>
        </p:spPr>
      </p:pic>
      <p:sp>
        <p:nvSpPr>
          <p:cNvPr id="10" name="Date Placeholder 3">
            <a:extLst>
              <a:ext uri="{FF2B5EF4-FFF2-40B4-BE49-F238E27FC236}">
                <a16:creationId xmlns:a16="http://schemas.microsoft.com/office/drawing/2014/main" id="{FBC8FC98-420D-47E9-A6BF-65337349F5D7}"/>
              </a:ext>
            </a:extLst>
          </p:cNvPr>
          <p:cNvSpPr>
            <a:spLocks noGrp="1"/>
          </p:cNvSpPr>
          <p:nvPr>
            <p:ph type="dt" sz="half" idx="10"/>
          </p:nvPr>
        </p:nvSpPr>
        <p:spPr>
          <a:xfrm>
            <a:off x="5759052" y="6000750"/>
            <a:ext cx="2057400" cy="365125"/>
          </a:xfrm>
        </p:spPr>
        <p:txBody>
          <a:bodyPr/>
          <a:lstStyle>
            <a:lvl1pPr>
              <a:defRPr/>
            </a:lvl1pPr>
          </a:lstStyle>
          <a:p>
            <a:r>
              <a:rPr lang="en-US" dirty="0"/>
              <a:t>20XX</a:t>
            </a:r>
          </a:p>
        </p:txBody>
      </p:sp>
      <p:sp>
        <p:nvSpPr>
          <p:cNvPr id="11" name="Slide Number Placeholder 5">
            <a:extLst>
              <a:ext uri="{FF2B5EF4-FFF2-40B4-BE49-F238E27FC236}">
                <a16:creationId xmlns:a16="http://schemas.microsoft.com/office/drawing/2014/main" id="{016EE41C-5E1E-448A-AC09-A8C32B4A87FA}"/>
              </a:ext>
            </a:extLst>
          </p:cNvPr>
          <p:cNvSpPr>
            <a:spLocks noGrp="1"/>
          </p:cNvSpPr>
          <p:nvPr>
            <p:ph type="sldNum" sz="quarter" idx="12"/>
          </p:nvPr>
        </p:nvSpPr>
        <p:spPr>
          <a:xfrm>
            <a:off x="7885509" y="6000750"/>
            <a:ext cx="565159"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87973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2" name="Title 1"/>
          <p:cNvSpPr>
            <a:spLocks noGrp="1"/>
          </p:cNvSpPr>
          <p:nvPr>
            <p:ph type="title"/>
          </p:nvPr>
        </p:nvSpPr>
        <p:spPr>
          <a:xfrm>
            <a:off x="1028020" y="4913530"/>
            <a:ext cx="7080026" cy="680691"/>
          </a:xfrm>
        </p:spPr>
        <p:txBody>
          <a:bodyPr/>
          <a:lstStyle/>
          <a:p>
            <a:r>
              <a:rPr lang="en-US"/>
              <a:t>Click to edit Master title style</a:t>
            </a:r>
            <a:endParaRPr lang="en-US" dirty="0"/>
          </a:p>
        </p:txBody>
      </p:sp>
      <p:sp>
        <p:nvSpPr>
          <p:cNvPr id="8" name="Subtitle 2">
            <a:extLst>
              <a:ext uri="{FF2B5EF4-FFF2-40B4-BE49-F238E27FC236}">
                <a16:creationId xmlns:a16="http://schemas.microsoft.com/office/drawing/2014/main" id="{29CC1453-4E18-4960-B6D5-529F625B9A3C}"/>
              </a:ext>
            </a:extLst>
          </p:cNvPr>
          <p:cNvSpPr>
            <a:spLocks noGrp="1"/>
          </p:cNvSpPr>
          <p:nvPr>
            <p:ph type="subTitle" idx="1"/>
          </p:nvPr>
        </p:nvSpPr>
        <p:spPr>
          <a:xfrm>
            <a:off x="1028020" y="5713343"/>
            <a:ext cx="7080026" cy="436942"/>
          </a:xfrm>
        </p:spPr>
        <p:txBody>
          <a:bodyPr/>
          <a:lstStyle>
            <a:lvl1pPr marL="36900" indent="0" algn="ctr">
              <a:buNone/>
              <a:defRPr/>
            </a:lvl1pPr>
          </a:lstStyle>
          <a:p>
            <a:r>
              <a:rPr lang="en-US"/>
              <a:t>Click to edit Master subtitle style</a:t>
            </a:r>
            <a:endParaRPr lang="en-US" dirty="0"/>
          </a:p>
        </p:txBody>
      </p:sp>
      <p:sp>
        <p:nvSpPr>
          <p:cNvPr id="16" name="Picture Placeholder 15">
            <a:extLst>
              <a:ext uri="{FF2B5EF4-FFF2-40B4-BE49-F238E27FC236}">
                <a16:creationId xmlns:a16="http://schemas.microsoft.com/office/drawing/2014/main" id="{ADDA07CD-6F66-4875-B1ED-5D11B9642B31}"/>
              </a:ext>
            </a:extLst>
          </p:cNvPr>
          <p:cNvSpPr>
            <a:spLocks noGrp="1"/>
          </p:cNvSpPr>
          <p:nvPr>
            <p:ph type="pic" sz="quarter" idx="13"/>
          </p:nvPr>
        </p:nvSpPr>
        <p:spPr>
          <a:xfrm>
            <a:off x="482204" y="642939"/>
            <a:ext cx="3848100" cy="3303587"/>
          </a:xfrm>
        </p:spPr>
        <p:txBody>
          <a:bodyPr/>
          <a:lstStyle/>
          <a:p>
            <a:r>
              <a:rPr lang="en-US"/>
              <a:t>Click icon to add picture</a:t>
            </a:r>
            <a:endParaRPr lang="en-US" dirty="0"/>
          </a:p>
        </p:txBody>
      </p:sp>
      <p:sp>
        <p:nvSpPr>
          <p:cNvPr id="17" name="Picture Placeholder 15">
            <a:extLst>
              <a:ext uri="{FF2B5EF4-FFF2-40B4-BE49-F238E27FC236}">
                <a16:creationId xmlns:a16="http://schemas.microsoft.com/office/drawing/2014/main" id="{E1CB1643-335F-4FF9-8A42-C5652761302E}"/>
              </a:ext>
            </a:extLst>
          </p:cNvPr>
          <p:cNvSpPr>
            <a:spLocks noGrp="1"/>
          </p:cNvSpPr>
          <p:nvPr>
            <p:ph type="pic" sz="quarter" idx="14"/>
          </p:nvPr>
        </p:nvSpPr>
        <p:spPr>
          <a:xfrm>
            <a:off x="4813300" y="642938"/>
            <a:ext cx="3848100" cy="3303587"/>
          </a:xfrm>
        </p:spPr>
        <p:txBody>
          <a:bodyPr/>
          <a:lstStyle/>
          <a:p>
            <a:r>
              <a:rPr lang="en-US"/>
              <a:t>Click icon to add picture</a:t>
            </a:r>
            <a:endParaRPr lang="en-US" dirty="0"/>
          </a:p>
        </p:txBody>
      </p:sp>
      <p:pic>
        <p:nvPicPr>
          <p:cNvPr id="9" name="Picture 8">
            <a:extLst>
              <a:ext uri="{FF2B5EF4-FFF2-40B4-BE49-F238E27FC236}">
                <a16:creationId xmlns:a16="http://schemas.microsoft.com/office/drawing/2014/main" id="{44843549-5E1B-48B7-A510-624588410748}"/>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1" y="0"/>
            <a:ext cx="9144001" cy="4322278"/>
          </a:xfrm>
          <a:prstGeom prst="rect">
            <a:avLst/>
          </a:prstGeom>
        </p:spPr>
      </p:pic>
      <p:cxnSp>
        <p:nvCxnSpPr>
          <p:cNvPr id="11" name="Straight Connector 10">
            <a:extLst>
              <a:ext uri="{FF2B5EF4-FFF2-40B4-BE49-F238E27FC236}">
                <a16:creationId xmlns:a16="http://schemas.microsoft.com/office/drawing/2014/main" id="{43B5FF67-7EEC-4AB0-8445-132F99922894}"/>
              </a:ext>
              <a:ext uri="{C183D7F6-B498-43B3-948B-1728B52AA6E4}">
                <adec:decorative xmlns:adec="http://schemas.microsoft.com/office/drawing/2017/decorative" val="1"/>
              </a:ext>
            </a:extLst>
          </p:cNvPr>
          <p:cNvCxnSpPr/>
          <p:nvPr userDrawn="1"/>
        </p:nvCxnSpPr>
        <p:spPr>
          <a:xfrm>
            <a:off x="4572000" y="1609536"/>
            <a:ext cx="0" cy="1371600"/>
          </a:xfrm>
          <a:prstGeom prst="line">
            <a:avLst/>
          </a:prstGeom>
          <a:ln w="19050">
            <a:solidFill>
              <a:schemeClr val="tx1">
                <a:lumMod val="75000"/>
              </a:schemeClr>
            </a:solidFill>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3172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Chart, table, time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4" name="Date Placeholder 3"/>
          <p:cNvSpPr>
            <a:spLocks noGrp="1"/>
          </p:cNvSpPr>
          <p:nvPr>
            <p:ph type="dt" sz="half" idx="10"/>
          </p:nvPr>
        </p:nvSpPr>
        <p:spPr/>
        <p:txBody>
          <a:bodyPr/>
          <a:lstStyle>
            <a:lvl1pPr>
              <a:defRPr/>
            </a:lvl1pPr>
          </a:lstStyle>
          <a:p>
            <a:r>
              <a:rPr lang="en-US" dirty="0"/>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72902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6754A53-50F5-4BFC-9D4B-69FF19B5766A}"/>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5626101" y="1"/>
            <a:ext cx="3517899" cy="6858000"/>
          </a:xfrm>
          <a:prstGeom prst="rect">
            <a:avLst/>
          </a:prstGeom>
        </p:spPr>
      </p:pic>
      <p:sp>
        <p:nvSpPr>
          <p:cNvPr id="2" name="Title 1">
            <a:extLst>
              <a:ext uri="{FF2B5EF4-FFF2-40B4-BE49-F238E27FC236}">
                <a16:creationId xmlns:a16="http://schemas.microsoft.com/office/drawing/2014/main" id="{5EE3AA4C-F452-4742-B62F-D92ACEB05867}"/>
              </a:ext>
            </a:extLst>
          </p:cNvPr>
          <p:cNvSpPr>
            <a:spLocks noGrp="1"/>
          </p:cNvSpPr>
          <p:nvPr>
            <p:ph type="title"/>
          </p:nvPr>
        </p:nvSpPr>
        <p:spPr>
          <a:xfrm>
            <a:off x="869211" y="1233378"/>
            <a:ext cx="4080964" cy="2911902"/>
          </a:xfrm>
        </p:spPr>
        <p:txBody>
          <a:bodyPr>
            <a:normAutofit/>
          </a:bodyPr>
          <a:lstStyle>
            <a:lvl1pPr>
              <a:defRPr sz="4400"/>
            </a:lvl1pPr>
          </a:lstStyle>
          <a:p>
            <a:r>
              <a:rPr lang="en-US"/>
              <a:t>Click to edit Master title style</a:t>
            </a:r>
            <a:endParaRPr lang="en-US" dirty="0"/>
          </a:p>
        </p:txBody>
      </p:sp>
      <p:sp>
        <p:nvSpPr>
          <p:cNvPr id="7" name="Subtitle 2">
            <a:extLst>
              <a:ext uri="{FF2B5EF4-FFF2-40B4-BE49-F238E27FC236}">
                <a16:creationId xmlns:a16="http://schemas.microsoft.com/office/drawing/2014/main" id="{C4A6F582-B177-429F-8965-8FC2335DBCC9}"/>
              </a:ext>
            </a:extLst>
          </p:cNvPr>
          <p:cNvSpPr>
            <a:spLocks noGrp="1"/>
          </p:cNvSpPr>
          <p:nvPr>
            <p:ph type="subTitle" idx="1"/>
          </p:nvPr>
        </p:nvSpPr>
        <p:spPr>
          <a:xfrm>
            <a:off x="869211" y="4495800"/>
            <a:ext cx="4080965" cy="777874"/>
          </a:xfrm>
        </p:spPr>
        <p:txBody>
          <a:bodyPr/>
          <a:lstStyle>
            <a:lvl1pPr marL="36900" indent="0" algn="ctr">
              <a:buNone/>
              <a:defRPr/>
            </a:lvl1pPr>
          </a:lstStyle>
          <a:p>
            <a:r>
              <a:rPr lang="en-US"/>
              <a:t>Click to edit Master subtitle style</a:t>
            </a:r>
            <a:endParaRPr lang="en-US" dirty="0"/>
          </a:p>
        </p:txBody>
      </p:sp>
      <p:sp>
        <p:nvSpPr>
          <p:cNvPr id="4" name="Footer Placeholder 3">
            <a:extLst>
              <a:ext uri="{FF2B5EF4-FFF2-40B4-BE49-F238E27FC236}">
                <a16:creationId xmlns:a16="http://schemas.microsoft.com/office/drawing/2014/main" id="{D5708956-7306-4C30-B1DF-68E2666A233C}"/>
              </a:ext>
            </a:extLst>
          </p:cNvPr>
          <p:cNvSpPr>
            <a:spLocks noGrp="1"/>
          </p:cNvSpPr>
          <p:nvPr>
            <p:ph type="ftr" sz="quarter" idx="11"/>
          </p:nvPr>
        </p:nvSpPr>
        <p:spPr>
          <a:xfrm>
            <a:off x="685347" y="6000750"/>
            <a:ext cx="4264829" cy="365125"/>
          </a:xfrm>
        </p:spPr>
        <p:txBody>
          <a:bodyPr/>
          <a:lstStyle/>
          <a:p>
            <a:r>
              <a:rPr lang="en-US" dirty="0"/>
              <a:t>Sample footer text</a:t>
            </a:r>
          </a:p>
        </p:txBody>
      </p:sp>
      <p:sp>
        <p:nvSpPr>
          <p:cNvPr id="17" name="Picture Placeholder 16">
            <a:extLst>
              <a:ext uri="{FF2B5EF4-FFF2-40B4-BE49-F238E27FC236}">
                <a16:creationId xmlns:a16="http://schemas.microsoft.com/office/drawing/2014/main" id="{F5FA9922-F4B7-458A-B446-58C5673A30DC}"/>
              </a:ext>
            </a:extLst>
          </p:cNvPr>
          <p:cNvSpPr>
            <a:spLocks noGrp="1"/>
          </p:cNvSpPr>
          <p:nvPr>
            <p:ph type="pic" sz="quarter" idx="12"/>
          </p:nvPr>
        </p:nvSpPr>
        <p:spPr>
          <a:xfrm>
            <a:off x="5886451" y="642939"/>
            <a:ext cx="2775347" cy="2625725"/>
          </a:xfrm>
        </p:spPr>
        <p:txBody>
          <a:bodyPr/>
          <a:lstStyle/>
          <a:p>
            <a:r>
              <a:rPr lang="en-US"/>
              <a:t>Click icon to add picture</a:t>
            </a:r>
            <a:endParaRPr lang="en-US" dirty="0"/>
          </a:p>
        </p:txBody>
      </p:sp>
      <p:sp>
        <p:nvSpPr>
          <p:cNvPr id="18" name="Picture Placeholder 16">
            <a:extLst>
              <a:ext uri="{FF2B5EF4-FFF2-40B4-BE49-F238E27FC236}">
                <a16:creationId xmlns:a16="http://schemas.microsoft.com/office/drawing/2014/main" id="{A931B751-CD27-4E96-B65A-1D983D265034}"/>
              </a:ext>
            </a:extLst>
          </p:cNvPr>
          <p:cNvSpPr>
            <a:spLocks noGrp="1"/>
          </p:cNvSpPr>
          <p:nvPr>
            <p:ph type="pic" sz="quarter" idx="13"/>
          </p:nvPr>
        </p:nvSpPr>
        <p:spPr>
          <a:xfrm>
            <a:off x="5886451" y="3600902"/>
            <a:ext cx="2775347" cy="2625725"/>
          </a:xfrm>
        </p:spPr>
        <p:txBody>
          <a:bodyPr/>
          <a:lstStyle/>
          <a:p>
            <a:r>
              <a:rPr lang="en-US"/>
              <a:t>Click icon to add picture</a:t>
            </a:r>
            <a:endParaRPr lang="en-US" dirty="0"/>
          </a:p>
        </p:txBody>
      </p:sp>
    </p:spTree>
    <p:extLst>
      <p:ext uri="{BB962C8B-B14F-4D97-AF65-F5344CB8AC3E}">
        <p14:creationId xmlns:p14="http://schemas.microsoft.com/office/powerpoint/2010/main" val="1267807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B87676-021D-46A4-8D5E-AAB45A5F2EB7}"/>
              </a:ext>
              <a:ext uri="{C183D7F6-B498-43B3-948B-1728B52AA6E4}">
                <adec:decorative xmlns:adec="http://schemas.microsoft.com/office/drawing/2017/decorative" val="1"/>
              </a:ext>
            </a:extLst>
          </p:cNvPr>
          <p:cNvSpPr/>
          <p:nvPr userDrawn="1"/>
        </p:nvSpPr>
        <p:spPr>
          <a:xfrm>
            <a:off x="495040" y="2057400"/>
            <a:ext cx="1769608"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
        <p:nvSpPr>
          <p:cNvPr id="32" name="Picture Placeholder 31">
            <a:extLst>
              <a:ext uri="{FF2B5EF4-FFF2-40B4-BE49-F238E27FC236}">
                <a16:creationId xmlns:a16="http://schemas.microsoft.com/office/drawing/2014/main" id="{3E2461C8-280B-42BE-8793-5F1B2C4C0A30}"/>
              </a:ext>
            </a:extLst>
          </p:cNvPr>
          <p:cNvSpPr>
            <a:spLocks noGrp="1"/>
          </p:cNvSpPr>
          <p:nvPr>
            <p:ph type="pic" sz="quarter" idx="13"/>
          </p:nvPr>
        </p:nvSpPr>
        <p:spPr>
          <a:xfrm>
            <a:off x="685347" y="2327276"/>
            <a:ext cx="1370864" cy="2181225"/>
          </a:xfrm>
        </p:spPr>
        <p:txBody>
          <a:bodyPr/>
          <a:lstStyle/>
          <a:p>
            <a:r>
              <a:rPr lang="en-US"/>
              <a:t>Click icon to add picture</a:t>
            </a:r>
            <a:endParaRPr lang="en-US" dirty="0"/>
          </a:p>
        </p:txBody>
      </p:sp>
      <p:sp>
        <p:nvSpPr>
          <p:cNvPr id="10" name="Rectangle 9">
            <a:extLst>
              <a:ext uri="{FF2B5EF4-FFF2-40B4-BE49-F238E27FC236}">
                <a16:creationId xmlns:a16="http://schemas.microsoft.com/office/drawing/2014/main" id="{B256D654-5693-4897-AD58-F42CEECEC0EF}"/>
              </a:ext>
              <a:ext uri="{C183D7F6-B498-43B3-948B-1728B52AA6E4}">
                <adec:decorative xmlns:adec="http://schemas.microsoft.com/office/drawing/2017/decorative" val="1"/>
              </a:ext>
            </a:extLst>
          </p:cNvPr>
          <p:cNvSpPr/>
          <p:nvPr userDrawn="1"/>
        </p:nvSpPr>
        <p:spPr>
          <a:xfrm>
            <a:off x="2589573" y="2057400"/>
            <a:ext cx="1769608"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Rectangle 11">
            <a:extLst>
              <a:ext uri="{FF2B5EF4-FFF2-40B4-BE49-F238E27FC236}">
                <a16:creationId xmlns:a16="http://schemas.microsoft.com/office/drawing/2014/main" id="{FE7D5C18-F020-4168-9A98-D4162006A81B}"/>
              </a:ext>
              <a:ext uri="{C183D7F6-B498-43B3-948B-1728B52AA6E4}">
                <adec:decorative xmlns:adec="http://schemas.microsoft.com/office/drawing/2017/decorative" val="1"/>
              </a:ext>
            </a:extLst>
          </p:cNvPr>
          <p:cNvSpPr/>
          <p:nvPr userDrawn="1"/>
        </p:nvSpPr>
        <p:spPr>
          <a:xfrm>
            <a:off x="4684107" y="2057400"/>
            <a:ext cx="1769608"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4" name="Rectangle 13">
            <a:extLst>
              <a:ext uri="{FF2B5EF4-FFF2-40B4-BE49-F238E27FC236}">
                <a16:creationId xmlns:a16="http://schemas.microsoft.com/office/drawing/2014/main" id="{7319BC3A-55C2-47AD-93E5-368070939BF6}"/>
              </a:ext>
              <a:ext uri="{C183D7F6-B498-43B3-948B-1728B52AA6E4}">
                <adec:decorative xmlns:adec="http://schemas.microsoft.com/office/drawing/2017/decorative" val="1"/>
              </a:ext>
            </a:extLst>
          </p:cNvPr>
          <p:cNvSpPr/>
          <p:nvPr userDrawn="1"/>
        </p:nvSpPr>
        <p:spPr>
          <a:xfrm>
            <a:off x="6778640" y="2043502"/>
            <a:ext cx="1769608"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3" name="Picture Placeholder 31">
            <a:extLst>
              <a:ext uri="{FF2B5EF4-FFF2-40B4-BE49-F238E27FC236}">
                <a16:creationId xmlns:a16="http://schemas.microsoft.com/office/drawing/2014/main" id="{E249A1C0-506E-4C49-A763-DA0BF00B5AFC}"/>
              </a:ext>
            </a:extLst>
          </p:cNvPr>
          <p:cNvSpPr>
            <a:spLocks noGrp="1"/>
          </p:cNvSpPr>
          <p:nvPr>
            <p:ph type="pic" sz="quarter" idx="14"/>
          </p:nvPr>
        </p:nvSpPr>
        <p:spPr>
          <a:xfrm>
            <a:off x="2788945" y="2327276"/>
            <a:ext cx="1370864" cy="2181225"/>
          </a:xfrm>
        </p:spPr>
        <p:txBody>
          <a:bodyPr/>
          <a:lstStyle/>
          <a:p>
            <a:r>
              <a:rPr lang="en-US"/>
              <a:t>Click icon to add picture</a:t>
            </a:r>
            <a:endParaRPr lang="en-US" dirty="0"/>
          </a:p>
        </p:txBody>
      </p:sp>
      <p:sp>
        <p:nvSpPr>
          <p:cNvPr id="34" name="Picture Placeholder 31">
            <a:extLst>
              <a:ext uri="{FF2B5EF4-FFF2-40B4-BE49-F238E27FC236}">
                <a16:creationId xmlns:a16="http://schemas.microsoft.com/office/drawing/2014/main" id="{C9B12B3E-6E6A-4B9F-BCDC-ABAB3007AE6C}"/>
              </a:ext>
            </a:extLst>
          </p:cNvPr>
          <p:cNvSpPr>
            <a:spLocks noGrp="1"/>
          </p:cNvSpPr>
          <p:nvPr>
            <p:ph type="pic" sz="quarter" idx="15"/>
          </p:nvPr>
        </p:nvSpPr>
        <p:spPr>
          <a:xfrm>
            <a:off x="4883479" y="2327276"/>
            <a:ext cx="1370864" cy="2181225"/>
          </a:xfrm>
        </p:spPr>
        <p:txBody>
          <a:bodyPr/>
          <a:lstStyle/>
          <a:p>
            <a:r>
              <a:rPr lang="en-US"/>
              <a:t>Click icon to add picture</a:t>
            </a:r>
            <a:endParaRPr lang="en-US" dirty="0"/>
          </a:p>
        </p:txBody>
      </p:sp>
      <p:sp>
        <p:nvSpPr>
          <p:cNvPr id="35" name="Picture Placeholder 31">
            <a:extLst>
              <a:ext uri="{FF2B5EF4-FFF2-40B4-BE49-F238E27FC236}">
                <a16:creationId xmlns:a16="http://schemas.microsoft.com/office/drawing/2014/main" id="{961CEF8D-8303-439E-BDF8-3983FAE33E12}"/>
              </a:ext>
            </a:extLst>
          </p:cNvPr>
          <p:cNvSpPr>
            <a:spLocks noGrp="1"/>
          </p:cNvSpPr>
          <p:nvPr>
            <p:ph type="pic" sz="quarter" idx="16"/>
          </p:nvPr>
        </p:nvSpPr>
        <p:spPr>
          <a:xfrm>
            <a:off x="6978011" y="2327276"/>
            <a:ext cx="1370864" cy="2181225"/>
          </a:xfrm>
        </p:spPr>
        <p:txBody>
          <a:bodyPr/>
          <a:lstStyle/>
          <a:p>
            <a:r>
              <a:rPr lang="en-US"/>
              <a:t>Click icon to add picture</a:t>
            </a:r>
            <a:endParaRPr lang="en-US" dirty="0"/>
          </a:p>
        </p:txBody>
      </p:sp>
      <p:sp>
        <p:nvSpPr>
          <p:cNvPr id="36" name="Text Placeholder 27">
            <a:extLst>
              <a:ext uri="{FF2B5EF4-FFF2-40B4-BE49-F238E27FC236}">
                <a16:creationId xmlns:a16="http://schemas.microsoft.com/office/drawing/2014/main" id="{4BDD0E13-DDEB-44F9-8676-F70405015877}"/>
              </a:ext>
            </a:extLst>
          </p:cNvPr>
          <p:cNvSpPr>
            <a:spLocks noGrp="1"/>
          </p:cNvSpPr>
          <p:nvPr>
            <p:ph type="body" sz="quarter" idx="17"/>
          </p:nvPr>
        </p:nvSpPr>
        <p:spPr>
          <a:xfrm>
            <a:off x="495041" y="5017734"/>
            <a:ext cx="1769607"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7" name="Text Placeholder 27">
            <a:extLst>
              <a:ext uri="{FF2B5EF4-FFF2-40B4-BE49-F238E27FC236}">
                <a16:creationId xmlns:a16="http://schemas.microsoft.com/office/drawing/2014/main" id="{51948158-9C97-4517-B0D3-4085249937AC}"/>
              </a:ext>
            </a:extLst>
          </p:cNvPr>
          <p:cNvSpPr>
            <a:spLocks noGrp="1"/>
          </p:cNvSpPr>
          <p:nvPr>
            <p:ph type="body" sz="quarter" idx="18"/>
          </p:nvPr>
        </p:nvSpPr>
        <p:spPr>
          <a:xfrm>
            <a:off x="495041" y="5352052"/>
            <a:ext cx="1769607"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8" name="Text Placeholder 27">
            <a:extLst>
              <a:ext uri="{FF2B5EF4-FFF2-40B4-BE49-F238E27FC236}">
                <a16:creationId xmlns:a16="http://schemas.microsoft.com/office/drawing/2014/main" id="{CA53CE84-6890-4263-ABB8-F39819C6A432}"/>
              </a:ext>
            </a:extLst>
          </p:cNvPr>
          <p:cNvSpPr>
            <a:spLocks noGrp="1"/>
          </p:cNvSpPr>
          <p:nvPr>
            <p:ph type="body" sz="quarter" idx="19"/>
          </p:nvPr>
        </p:nvSpPr>
        <p:spPr>
          <a:xfrm>
            <a:off x="2589573" y="5017734"/>
            <a:ext cx="1769607"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9" name="Text Placeholder 27">
            <a:extLst>
              <a:ext uri="{FF2B5EF4-FFF2-40B4-BE49-F238E27FC236}">
                <a16:creationId xmlns:a16="http://schemas.microsoft.com/office/drawing/2014/main" id="{2C891989-38F5-4F8A-AD02-DBBD0666D172}"/>
              </a:ext>
            </a:extLst>
          </p:cNvPr>
          <p:cNvSpPr>
            <a:spLocks noGrp="1"/>
          </p:cNvSpPr>
          <p:nvPr>
            <p:ph type="body" sz="quarter" idx="20"/>
          </p:nvPr>
        </p:nvSpPr>
        <p:spPr>
          <a:xfrm>
            <a:off x="2589573" y="5352052"/>
            <a:ext cx="1769607"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40" name="Text Placeholder 27">
            <a:extLst>
              <a:ext uri="{FF2B5EF4-FFF2-40B4-BE49-F238E27FC236}">
                <a16:creationId xmlns:a16="http://schemas.microsoft.com/office/drawing/2014/main" id="{470811B1-7881-44B2-88EA-0D7D0EE5CB0B}"/>
              </a:ext>
            </a:extLst>
          </p:cNvPr>
          <p:cNvSpPr>
            <a:spLocks noGrp="1"/>
          </p:cNvSpPr>
          <p:nvPr>
            <p:ph type="body" sz="quarter" idx="21"/>
          </p:nvPr>
        </p:nvSpPr>
        <p:spPr>
          <a:xfrm>
            <a:off x="4684106" y="5017734"/>
            <a:ext cx="1769607"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41" name="Text Placeholder 27">
            <a:extLst>
              <a:ext uri="{FF2B5EF4-FFF2-40B4-BE49-F238E27FC236}">
                <a16:creationId xmlns:a16="http://schemas.microsoft.com/office/drawing/2014/main" id="{42DCE357-186A-457C-951C-49B33EE59FBF}"/>
              </a:ext>
            </a:extLst>
          </p:cNvPr>
          <p:cNvSpPr>
            <a:spLocks noGrp="1"/>
          </p:cNvSpPr>
          <p:nvPr>
            <p:ph type="body" sz="quarter" idx="22"/>
          </p:nvPr>
        </p:nvSpPr>
        <p:spPr>
          <a:xfrm>
            <a:off x="4684106" y="5352052"/>
            <a:ext cx="1769607"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42" name="Text Placeholder 27">
            <a:extLst>
              <a:ext uri="{FF2B5EF4-FFF2-40B4-BE49-F238E27FC236}">
                <a16:creationId xmlns:a16="http://schemas.microsoft.com/office/drawing/2014/main" id="{125640C8-2610-4EE2-B7DB-43B69762CA69}"/>
              </a:ext>
            </a:extLst>
          </p:cNvPr>
          <p:cNvSpPr>
            <a:spLocks noGrp="1"/>
          </p:cNvSpPr>
          <p:nvPr>
            <p:ph type="body" sz="quarter" idx="23"/>
          </p:nvPr>
        </p:nvSpPr>
        <p:spPr>
          <a:xfrm>
            <a:off x="6778638" y="5017734"/>
            <a:ext cx="1769607"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43" name="Text Placeholder 27">
            <a:extLst>
              <a:ext uri="{FF2B5EF4-FFF2-40B4-BE49-F238E27FC236}">
                <a16:creationId xmlns:a16="http://schemas.microsoft.com/office/drawing/2014/main" id="{A681FDE6-437A-4435-B435-9E095137BA70}"/>
              </a:ext>
            </a:extLst>
          </p:cNvPr>
          <p:cNvSpPr>
            <a:spLocks noGrp="1"/>
          </p:cNvSpPr>
          <p:nvPr>
            <p:ph type="body" sz="quarter" idx="24"/>
          </p:nvPr>
        </p:nvSpPr>
        <p:spPr>
          <a:xfrm>
            <a:off x="6778638" y="5352052"/>
            <a:ext cx="1769607"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Sample footer text</a:t>
            </a:r>
          </a:p>
        </p:txBody>
      </p:sp>
      <p:sp>
        <p:nvSpPr>
          <p:cNvPr id="4" name="Date Placeholder 3"/>
          <p:cNvSpPr>
            <a:spLocks noGrp="1"/>
          </p:cNvSpPr>
          <p:nvPr>
            <p:ph type="dt" sz="half" idx="10"/>
          </p:nvPr>
        </p:nvSpPr>
        <p:spPr/>
        <p:txBody>
          <a:bodyPr/>
          <a:lstStyle>
            <a:lvl1pPr>
              <a:defRPr/>
            </a:lvl1pPr>
          </a:lstStyle>
          <a:p>
            <a:r>
              <a:rPr lang="en-US" dirty="0"/>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88009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comparison slide)">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7B721FF-D609-4D98-9D19-CF75AA8A54F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6" y="1734507"/>
            <a:ext cx="3771900" cy="4099959"/>
          </a:xfrm>
          <a:prstGeom prst="rect">
            <a:avLst/>
          </a:prstGeom>
        </p:spPr>
      </p:pic>
      <p:pic>
        <p:nvPicPr>
          <p:cNvPr id="21" name="Picture 20">
            <a:extLst>
              <a:ext uri="{FF2B5EF4-FFF2-40B4-BE49-F238E27FC236}">
                <a16:creationId xmlns:a16="http://schemas.microsoft.com/office/drawing/2014/main" id="{073936BD-C868-433F-8E84-D6DD8E640E3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8768" y="1734507"/>
            <a:ext cx="3771900" cy="4099959"/>
          </a:xfrm>
          <a:prstGeom prst="rect">
            <a:avLst/>
          </a:prstGeom>
        </p:spPr>
      </p:pic>
      <p:sp>
        <p:nvSpPr>
          <p:cNvPr id="3" name="Text Placeholder 2"/>
          <p:cNvSpPr>
            <a:spLocks noGrp="1"/>
          </p:cNvSpPr>
          <p:nvPr>
            <p:ph type="body" idx="1"/>
          </p:nvPr>
        </p:nvSpPr>
        <p:spPr>
          <a:xfrm>
            <a:off x="784510" y="1855153"/>
            <a:ext cx="3573573"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84510" y="2702104"/>
            <a:ext cx="3573573"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72374" y="1855153"/>
            <a:ext cx="3584687"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72376" y="2702104"/>
            <a:ext cx="3584686"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r>
              <a:rPr lang="en-US" dirty="0"/>
              <a:t>Sample footer text</a:t>
            </a:r>
          </a:p>
        </p:txBody>
      </p:sp>
      <p:sp>
        <p:nvSpPr>
          <p:cNvPr id="7" name="Date Placeholder 6"/>
          <p:cNvSpPr>
            <a:spLocks noGrp="1"/>
          </p:cNvSpPr>
          <p:nvPr>
            <p:ph type="dt" sz="half" idx="10"/>
          </p:nvPr>
        </p:nvSpPr>
        <p:spPr/>
        <p:txBody>
          <a:bodyPr/>
          <a:lstStyle>
            <a:lvl1pPr>
              <a:defRPr/>
            </a:lvl1pPr>
          </a:lstStyle>
          <a:p>
            <a:r>
              <a:rPr lang="en-US" dirty="0"/>
              <a:t>20XX</a:t>
            </a:r>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dirty="0"/>
          </a:p>
        </p:txBody>
      </p:sp>
      <p:sp>
        <p:nvSpPr>
          <p:cNvPr id="10" name="Title 9">
            <a:extLst>
              <a:ext uri="{FF2B5EF4-FFF2-40B4-BE49-F238E27FC236}">
                <a16:creationId xmlns:a16="http://schemas.microsoft.com/office/drawing/2014/main" id="{928224A9-CB7A-4D21-8CA0-38125E29837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4268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7B721FF-D609-4D98-9D19-CF75AA8A54F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030" y="1734507"/>
            <a:ext cx="2519694" cy="4099959"/>
          </a:xfrm>
          <a:prstGeom prst="rect">
            <a:avLst/>
          </a:prstGeom>
        </p:spPr>
      </p:pic>
      <p:pic>
        <p:nvPicPr>
          <p:cNvPr id="21" name="Picture 20">
            <a:extLst>
              <a:ext uri="{FF2B5EF4-FFF2-40B4-BE49-F238E27FC236}">
                <a16:creationId xmlns:a16="http://schemas.microsoft.com/office/drawing/2014/main" id="{073936BD-C868-433F-8E84-D6DD8E640E3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2153" y="1734507"/>
            <a:ext cx="2519694" cy="4099959"/>
          </a:xfrm>
          <a:prstGeom prst="rect">
            <a:avLst/>
          </a:prstGeom>
        </p:spPr>
      </p:pic>
      <p:sp>
        <p:nvSpPr>
          <p:cNvPr id="3" name="Text Placeholder 2"/>
          <p:cNvSpPr>
            <a:spLocks noGrp="1"/>
          </p:cNvSpPr>
          <p:nvPr>
            <p:ph type="body" idx="1"/>
          </p:nvPr>
        </p:nvSpPr>
        <p:spPr>
          <a:xfrm>
            <a:off x="751217" y="1855153"/>
            <a:ext cx="2387208"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51217" y="2702104"/>
            <a:ext cx="2387208"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374685" y="1855153"/>
            <a:ext cx="239463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374684" y="2702104"/>
            <a:ext cx="2394632"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Picture 11">
            <a:extLst>
              <a:ext uri="{FF2B5EF4-FFF2-40B4-BE49-F238E27FC236}">
                <a16:creationId xmlns:a16="http://schemas.microsoft.com/office/drawing/2014/main" id="{2CB356B5-0EDC-4245-8878-C19DA25A30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63928" y="1734507"/>
            <a:ext cx="2519694" cy="4099959"/>
          </a:xfrm>
          <a:prstGeom prst="rect">
            <a:avLst/>
          </a:prstGeom>
        </p:spPr>
      </p:pic>
      <p:sp>
        <p:nvSpPr>
          <p:cNvPr id="13" name="Text Placeholder 4">
            <a:extLst>
              <a:ext uri="{FF2B5EF4-FFF2-40B4-BE49-F238E27FC236}">
                <a16:creationId xmlns:a16="http://schemas.microsoft.com/office/drawing/2014/main" id="{556C3DD2-AE94-4BA5-920E-A7EEE19296E8}"/>
              </a:ext>
            </a:extLst>
          </p:cNvPr>
          <p:cNvSpPr>
            <a:spLocks noGrp="1"/>
          </p:cNvSpPr>
          <p:nvPr>
            <p:ph type="body" sz="quarter" idx="13"/>
          </p:nvPr>
        </p:nvSpPr>
        <p:spPr>
          <a:xfrm>
            <a:off x="6026460" y="1855153"/>
            <a:ext cx="239463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5">
            <a:extLst>
              <a:ext uri="{FF2B5EF4-FFF2-40B4-BE49-F238E27FC236}">
                <a16:creationId xmlns:a16="http://schemas.microsoft.com/office/drawing/2014/main" id="{04BCB055-753B-4006-BF3C-73FC5A3C25D9}"/>
              </a:ext>
            </a:extLst>
          </p:cNvPr>
          <p:cNvSpPr>
            <a:spLocks noGrp="1"/>
          </p:cNvSpPr>
          <p:nvPr>
            <p:ph sz="quarter" idx="14"/>
          </p:nvPr>
        </p:nvSpPr>
        <p:spPr>
          <a:xfrm>
            <a:off x="6026459" y="2702104"/>
            <a:ext cx="2394632"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r>
              <a:rPr lang="en-US" dirty="0"/>
              <a:t>Sample footer text</a:t>
            </a:r>
          </a:p>
        </p:txBody>
      </p:sp>
      <p:sp>
        <p:nvSpPr>
          <p:cNvPr id="7" name="Date Placeholder 6"/>
          <p:cNvSpPr>
            <a:spLocks noGrp="1"/>
          </p:cNvSpPr>
          <p:nvPr>
            <p:ph type="dt" sz="half" idx="10"/>
          </p:nvPr>
        </p:nvSpPr>
        <p:spPr/>
        <p:txBody>
          <a:bodyPr/>
          <a:lstStyle>
            <a:lvl1pPr>
              <a:defRPr/>
            </a:lvl1pPr>
          </a:lstStyle>
          <a:p>
            <a:r>
              <a:rPr lang="en-US" dirty="0"/>
              <a:t>20XX</a:t>
            </a:r>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dirty="0"/>
          </a:p>
        </p:txBody>
      </p:sp>
      <p:sp>
        <p:nvSpPr>
          <p:cNvPr id="10" name="Title 9">
            <a:extLst>
              <a:ext uri="{FF2B5EF4-FFF2-40B4-BE49-F238E27FC236}">
                <a16:creationId xmlns:a16="http://schemas.microsoft.com/office/drawing/2014/main" id="{CE1D954F-2A50-4751-9E47-BB4B7BD615A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31621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FDB9BCB-0C27-46E1-90C0-AADF00541844}"/>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987" y="1"/>
            <a:ext cx="3517899" cy="6858000"/>
          </a:xfrm>
          <a:prstGeom prst="rect">
            <a:avLst/>
          </a:prstGeom>
        </p:spPr>
      </p:pic>
      <p:sp>
        <p:nvSpPr>
          <p:cNvPr id="2" name="Title 1"/>
          <p:cNvSpPr>
            <a:spLocks noGrp="1"/>
          </p:cNvSpPr>
          <p:nvPr>
            <p:ph type="title"/>
          </p:nvPr>
        </p:nvSpPr>
        <p:spPr>
          <a:xfrm>
            <a:off x="4027080" y="1233378"/>
            <a:ext cx="4423586" cy="1357422"/>
          </a:xfrm>
        </p:spPr>
        <p:txBody>
          <a:bodyPr anchor="b">
            <a:noAutofit/>
          </a:bodyPr>
          <a:lstStyle>
            <a:lvl1pPr algn="ctr">
              <a:defRPr lang="en-US" sz="40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stStyle>
          <a:p>
            <a:r>
              <a:rPr lang="en-US"/>
              <a:t>Click to edit Master title style</a:t>
            </a:r>
            <a:endParaRPr lang="en-US" dirty="0"/>
          </a:p>
        </p:txBody>
      </p:sp>
      <p:sp>
        <p:nvSpPr>
          <p:cNvPr id="10" name="Subtitle 2" descr="Tag=AccentColor&#10;Flavor=Light&#10;Target=Text">
            <a:extLst>
              <a:ext uri="{FF2B5EF4-FFF2-40B4-BE49-F238E27FC236}">
                <a16:creationId xmlns:a16="http://schemas.microsoft.com/office/drawing/2014/main" id="{61821B46-FA47-4BEB-A735-3A8E1161FD7A}"/>
              </a:ext>
            </a:extLst>
          </p:cNvPr>
          <p:cNvSpPr>
            <a:spLocks noGrp="1"/>
          </p:cNvSpPr>
          <p:nvPr>
            <p:ph type="subTitle" idx="13"/>
          </p:nvPr>
        </p:nvSpPr>
        <p:spPr>
          <a:xfrm>
            <a:off x="4027080" y="2895601"/>
            <a:ext cx="4423586" cy="2378074"/>
          </a:xfrm>
        </p:spPr>
        <p:txBody>
          <a:bodyPr>
            <a:normAutofit/>
          </a:bodyPr>
          <a:lstStyle>
            <a:lvl1pPr marL="36900" indent="0">
              <a:buNone/>
              <a:defRPr/>
            </a:lvl1pPr>
          </a:lstStyle>
          <a:p>
            <a:r>
              <a:rPr lang="en-US"/>
              <a:t>Click to edit Master subtitle style</a:t>
            </a:r>
            <a:endParaRPr lang="en-US" dirty="0"/>
          </a:p>
        </p:txBody>
      </p:sp>
      <p:sp>
        <p:nvSpPr>
          <p:cNvPr id="13" name="Picture Placeholder 12">
            <a:extLst>
              <a:ext uri="{FF2B5EF4-FFF2-40B4-BE49-F238E27FC236}">
                <a16:creationId xmlns:a16="http://schemas.microsoft.com/office/drawing/2014/main" id="{CF220894-C699-4E12-9EB4-2318F23E4AAF}"/>
              </a:ext>
            </a:extLst>
          </p:cNvPr>
          <p:cNvSpPr>
            <a:spLocks noGrp="1"/>
          </p:cNvSpPr>
          <p:nvPr>
            <p:ph type="pic" sz="quarter" idx="14"/>
          </p:nvPr>
        </p:nvSpPr>
        <p:spPr>
          <a:xfrm>
            <a:off x="-8335" y="0"/>
            <a:ext cx="3437335" cy="6858000"/>
          </a:xfrm>
        </p:spPr>
        <p:txBody>
          <a:bodyPr/>
          <a:lstStyle/>
          <a:p>
            <a:r>
              <a:rPr lang="en-US"/>
              <a:t>Click icon to add picture</a:t>
            </a:r>
            <a:endParaRPr lang="en-US" dirty="0"/>
          </a:p>
        </p:txBody>
      </p:sp>
      <p:sp>
        <p:nvSpPr>
          <p:cNvPr id="6" name="Footer Placeholder 5"/>
          <p:cNvSpPr>
            <a:spLocks noGrp="1"/>
          </p:cNvSpPr>
          <p:nvPr>
            <p:ph type="ftr" sz="quarter" idx="11"/>
          </p:nvPr>
        </p:nvSpPr>
        <p:spPr/>
        <p:txBody>
          <a:bodyPr/>
          <a:lstStyle/>
          <a:p>
            <a:r>
              <a:rPr lang="en-US" dirty="0"/>
              <a:t>Sample footer text</a:t>
            </a:r>
          </a:p>
        </p:txBody>
      </p:sp>
      <p:sp>
        <p:nvSpPr>
          <p:cNvPr id="5" name="Date Placeholder 4"/>
          <p:cNvSpPr>
            <a:spLocks noGrp="1"/>
          </p:cNvSpPr>
          <p:nvPr>
            <p:ph type="dt" sz="half" idx="10"/>
          </p:nvPr>
        </p:nvSpPr>
        <p:spPr/>
        <p:txBody>
          <a:bodyPr/>
          <a:lstStyle>
            <a:lvl1pPr>
              <a:defRPr/>
            </a:lvl1pPr>
          </a:lstStyle>
          <a:p>
            <a:r>
              <a:rPr lang="en-US" dirty="0"/>
              <a:t>20XX</a:t>
            </a:r>
          </a:p>
        </p:txBody>
      </p:sp>
      <p:sp>
        <p:nvSpPr>
          <p:cNvPr id="7" name="Slide Number Placeholder 6"/>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679034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8958888C-33C4-45BB-9053-0F238EBC2503}"/>
              </a:ext>
            </a:extLst>
          </p:cNvPr>
          <p:cNvSpPr>
            <a:spLocks noGrp="1"/>
          </p:cNvSpPr>
          <p:nvPr>
            <p:ph type="pic" sz="quarter" idx="13"/>
          </p:nvPr>
        </p:nvSpPr>
        <p:spPr>
          <a:xfrm>
            <a:off x="0" y="0"/>
            <a:ext cx="9144000" cy="6858000"/>
          </a:xfrm>
        </p:spPr>
        <p:txBody>
          <a:bodyPr/>
          <a:lstStyle/>
          <a:p>
            <a:r>
              <a:rPr lang="en-US"/>
              <a:t>Click icon to add picture</a:t>
            </a:r>
            <a:endParaRPr lang="en-US" dirty="0"/>
          </a:p>
        </p:txBody>
      </p:sp>
      <p:sp useBgFill="1">
        <p:nvSpPr>
          <p:cNvPr id="2" name="Title 1"/>
          <p:cNvSpPr>
            <a:spLocks noGrp="1"/>
          </p:cNvSpPr>
          <p:nvPr>
            <p:ph type="ctrTitle"/>
          </p:nvPr>
        </p:nvSpPr>
        <p:spPr>
          <a:xfrm>
            <a:off x="860007" y="1572884"/>
            <a:ext cx="3075313" cy="2585050"/>
          </a:xfrm>
        </p:spPr>
        <p:txBody>
          <a:bodyPr lIns="274320" anchor="ctr">
            <a:normAutofit/>
          </a:bodyPr>
          <a:lstStyle>
            <a:lvl1pPr algn="l">
              <a:defRPr lang="en-US" sz="40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stStyle>
          <a:p>
            <a:r>
              <a:rPr lang="en-US"/>
              <a:t>Click to edit Master title style</a:t>
            </a:r>
            <a:endParaRPr lang="en-US" dirty="0"/>
          </a:p>
        </p:txBody>
      </p:sp>
      <p:sp useBgFill="1">
        <p:nvSpPr>
          <p:cNvPr id="3" name="Subtitle 2"/>
          <p:cNvSpPr>
            <a:spLocks noGrp="1"/>
          </p:cNvSpPr>
          <p:nvPr>
            <p:ph type="subTitle" idx="1"/>
          </p:nvPr>
        </p:nvSpPr>
        <p:spPr>
          <a:xfrm>
            <a:off x="860006" y="4157934"/>
            <a:ext cx="3075314" cy="1446364"/>
          </a:xfrm>
        </p:spPr>
        <p:txBody>
          <a:bodyPr lIns="274320" anchor="t">
            <a:normAutofit/>
          </a:bodyPr>
          <a:lstStyle>
            <a:lvl1pPr marL="342900" indent="-306000" algn="l" defTabSz="457200" rtl="0" eaLnBrk="1" latinLnBrk="0" hangingPunct="1">
              <a:lnSpc>
                <a:spcPct val="80000"/>
              </a:lnSpc>
              <a:spcBef>
                <a:spcPct val="20000"/>
              </a:spcBef>
              <a:spcAft>
                <a:spcPts val="600"/>
              </a:spcAft>
              <a:buClr>
                <a:schemeClr val="tx2"/>
              </a:buClr>
              <a:buSzPct val="70000"/>
              <a:buFont typeface="Wingdings 2" charset="2"/>
              <a:buChar char=""/>
              <a:defRPr lang="en-US" sz="16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4" name="Date Placeholder 3"/>
          <p:cNvSpPr>
            <a:spLocks noGrp="1"/>
          </p:cNvSpPr>
          <p:nvPr>
            <p:ph type="dt" sz="half" idx="10"/>
          </p:nvPr>
        </p:nvSpPr>
        <p:spPr/>
        <p:txBody>
          <a:bodyPr/>
          <a:lstStyle>
            <a:lvl1pPr>
              <a:defRPr/>
            </a:lvl1pPr>
          </a:lstStyle>
          <a:p>
            <a:r>
              <a:rPr lang="en-US" dirty="0"/>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864259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2076450"/>
            <a:ext cx="776532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6000750"/>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r>
              <a:rPr lang="en-US" dirty="0"/>
              <a:t>20XX</a:t>
            </a:r>
          </a:p>
        </p:txBody>
      </p:sp>
      <p:sp>
        <p:nvSpPr>
          <p:cNvPr id="5" name="Footer Placeholder 4"/>
          <p:cNvSpPr>
            <a:spLocks noGrp="1"/>
          </p:cNvSpPr>
          <p:nvPr>
            <p:ph type="ftr" sz="quarter" idx="3"/>
          </p:nvPr>
        </p:nvSpPr>
        <p:spPr>
          <a:xfrm>
            <a:off x="685347" y="6000750"/>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r>
              <a:rPr lang="en-US" dirty="0"/>
              <a:t>Sample footer text</a:t>
            </a:r>
          </a:p>
        </p:txBody>
      </p:sp>
      <p:sp>
        <p:nvSpPr>
          <p:cNvPr id="6" name="Slide Number Placeholder 5"/>
          <p:cNvSpPr>
            <a:spLocks noGrp="1"/>
          </p:cNvSpPr>
          <p:nvPr>
            <p:ph type="sldNum" sz="quarter" idx="4"/>
          </p:nvPr>
        </p:nvSpPr>
        <p:spPr>
          <a:xfrm>
            <a:off x="7885509" y="6000750"/>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4170521828"/>
      </p:ext>
    </p:extLst>
  </p:cSld>
  <p:clrMap bg1="dk1" tx1="lt1" bg2="dk2" tx2="lt2" accent1="accent1" accent2="accent2" accent3="accent3" accent4="accent4" accent5="accent5" accent6="accent6" hlink="hlink" folHlink="folHlink"/>
  <p:sldLayoutIdLst>
    <p:sldLayoutId id="2147483682" r:id="rId1"/>
    <p:sldLayoutId id="2147483681" r:id="rId2"/>
    <p:sldLayoutId id="2147483679" r:id="rId3"/>
    <p:sldLayoutId id="2147483664" r:id="rId4"/>
    <p:sldLayoutId id="2147483660" r:id="rId5"/>
    <p:sldLayoutId id="2147483677" r:id="rId6"/>
    <p:sldLayoutId id="2147483678" r:id="rId7"/>
    <p:sldLayoutId id="2147483663" r:id="rId8"/>
    <p:sldLayoutId id="2147483676" r:id="rId9"/>
    <p:sldLayoutId id="2147483680" r:id="rId10"/>
    <p:sldLayoutId id="2147483659" r:id="rId11"/>
  </p:sldLayoutIdLst>
  <p:hf hdr="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2880" userDrawn="1">
          <p15:clr>
            <a:srgbClr val="A4A3A4"/>
          </p15:clr>
        </p15:guide>
        <p15:guide id="3" pos="180" userDrawn="1">
          <p15:clr>
            <a:srgbClr val="547EBF"/>
          </p15:clr>
        </p15:guide>
        <p15:guide id="4" orient="horz" pos="240" userDrawn="1">
          <p15:clr>
            <a:srgbClr val="547EBF"/>
          </p15:clr>
        </p15:guide>
        <p15:guide id="5" pos="5580" userDrawn="1">
          <p15:clr>
            <a:srgbClr val="547EBF"/>
          </p15:clr>
        </p15:guide>
        <p15:guide id="6" orient="horz" pos="4080" userDrawn="1">
          <p15:clr>
            <a:srgbClr val="547EBF"/>
          </p15:clr>
        </p15:guide>
        <p15:guide id="7" pos="2970" userDrawn="1">
          <p15:clr>
            <a:srgbClr val="547EBF"/>
          </p15:clr>
        </p15:guide>
        <p15:guide id="8" pos="2790" userDrawn="1">
          <p15:clr>
            <a:srgbClr val="547EBF"/>
          </p15:clr>
        </p15:guide>
        <p15:guide id="9" pos="1584" userDrawn="1">
          <p15:clr>
            <a:srgbClr val="547EBF"/>
          </p15:clr>
        </p15:guide>
        <p15:guide id="10" pos="1386" userDrawn="1">
          <p15:clr>
            <a:srgbClr val="547EBF"/>
          </p15:clr>
        </p15:guide>
        <p15:guide id="11" pos="4176" userDrawn="1">
          <p15:clr>
            <a:srgbClr val="547EBF"/>
          </p15:clr>
        </p15:guide>
        <p15:guide id="12" pos="4374" userDrawn="1">
          <p15:clr>
            <a:srgbClr val="547EBF"/>
          </p15:clr>
        </p15:guide>
        <p15:guide id="13" pos="3726" userDrawn="1">
          <p15:clr>
            <a:srgbClr val="9FCC3B"/>
          </p15:clr>
        </p15:guide>
        <p15:guide id="14" pos="3906" userDrawn="1">
          <p15:clr>
            <a:srgbClr val="9FCC3B"/>
          </p15:clr>
        </p15:guide>
        <p15:guide id="15" pos="2034" userDrawn="1">
          <p15:clr>
            <a:srgbClr val="9FCC3B"/>
          </p15:clr>
        </p15:guide>
        <p15:guide id="16" pos="1854"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Placeholder 21" descr="A picture containing wall, wooden, indoor, table">
            <a:extLst>
              <a:ext uri="{FF2B5EF4-FFF2-40B4-BE49-F238E27FC236}">
                <a16:creationId xmlns:a16="http://schemas.microsoft.com/office/drawing/2014/main" id="{E2888B94-BE50-4E48-8F75-1E8AAD5AFA95}"/>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1524000" y="0"/>
            <a:ext cx="12192000" cy="6858000"/>
          </a:xfrm>
        </p:spPr>
      </p:pic>
      <p:sp useBgFill="1">
        <p:nvSpPr>
          <p:cNvPr id="18" name="Title 17">
            <a:extLst>
              <a:ext uri="{FF2B5EF4-FFF2-40B4-BE49-F238E27FC236}">
                <a16:creationId xmlns:a16="http://schemas.microsoft.com/office/drawing/2014/main" id="{7F1C1DC8-8566-416D-A699-06A29F45B578}"/>
              </a:ext>
            </a:extLst>
          </p:cNvPr>
          <p:cNvSpPr>
            <a:spLocks noGrp="1"/>
          </p:cNvSpPr>
          <p:nvPr>
            <p:ph type="ctrTitle"/>
          </p:nvPr>
        </p:nvSpPr>
        <p:spPr>
          <a:xfrm>
            <a:off x="739430" y="1762888"/>
            <a:ext cx="7665140" cy="2140251"/>
          </a:xfrm>
        </p:spPr>
        <p:txBody>
          <a:bodyPr>
            <a:normAutofit/>
          </a:bodyPr>
          <a:lstStyle/>
          <a:p>
            <a:r>
              <a:rPr lang="en-ZA" sz="4800" dirty="0"/>
              <a:t>Bright Coffee Shop Sales Analysis</a:t>
            </a:r>
            <a:endParaRPr lang="en-US" sz="4800" dirty="0"/>
          </a:p>
        </p:txBody>
      </p:sp>
      <p:sp useBgFill="1">
        <p:nvSpPr>
          <p:cNvPr id="19" name="Subtitle 18">
            <a:extLst>
              <a:ext uri="{FF2B5EF4-FFF2-40B4-BE49-F238E27FC236}">
                <a16:creationId xmlns:a16="http://schemas.microsoft.com/office/drawing/2014/main" id="{B032DA7C-C3AD-4A99-8801-152FB4EE9B9E}"/>
              </a:ext>
            </a:extLst>
          </p:cNvPr>
          <p:cNvSpPr>
            <a:spLocks noGrp="1"/>
          </p:cNvSpPr>
          <p:nvPr>
            <p:ph type="subTitle" idx="1"/>
          </p:nvPr>
        </p:nvSpPr>
        <p:spPr>
          <a:xfrm>
            <a:off x="739431" y="3903139"/>
            <a:ext cx="7665139" cy="1191977"/>
          </a:xfrm>
        </p:spPr>
        <p:txBody>
          <a:bodyPr/>
          <a:lstStyle/>
          <a:p>
            <a:endParaRPr lang="en-US" dirty="0"/>
          </a:p>
          <a:p>
            <a:r>
              <a:rPr lang="en-US" sz="3200" dirty="0" err="1"/>
              <a:t>Sebolelo</a:t>
            </a:r>
            <a:r>
              <a:rPr lang="en-US" sz="3200" dirty="0"/>
              <a:t>  Mary  Moshe </a:t>
            </a:r>
          </a:p>
        </p:txBody>
      </p:sp>
    </p:spTree>
    <p:extLst>
      <p:ext uri="{BB962C8B-B14F-4D97-AF65-F5344CB8AC3E}">
        <p14:creationId xmlns:p14="http://schemas.microsoft.com/office/powerpoint/2010/main" val="3196402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itle 69">
            <a:extLst>
              <a:ext uri="{FF2B5EF4-FFF2-40B4-BE49-F238E27FC236}">
                <a16:creationId xmlns:a16="http://schemas.microsoft.com/office/drawing/2014/main" id="{AD0FAE4B-37EE-4B93-881F-3DB9A2B03F5C}"/>
              </a:ext>
            </a:extLst>
          </p:cNvPr>
          <p:cNvSpPr>
            <a:spLocks noGrp="1"/>
          </p:cNvSpPr>
          <p:nvPr>
            <p:ph type="title"/>
          </p:nvPr>
        </p:nvSpPr>
        <p:spPr>
          <a:xfrm>
            <a:off x="4285128" y="142436"/>
            <a:ext cx="4704883" cy="567374"/>
          </a:xfrm>
        </p:spPr>
        <p:txBody>
          <a:bodyPr>
            <a:normAutofit fontScale="90000"/>
          </a:bodyPr>
          <a:lstStyle/>
          <a:p>
            <a:pPr algn="ctr"/>
            <a:r>
              <a:rPr lang="en-US" u="sng" dirty="0"/>
              <a:t>Agenda</a:t>
            </a:r>
          </a:p>
        </p:txBody>
      </p:sp>
      <p:pic>
        <p:nvPicPr>
          <p:cNvPr id="41" name="Picture Placeholder 40" descr="A picture containing open sign in a window">
            <a:extLst>
              <a:ext uri="{FF2B5EF4-FFF2-40B4-BE49-F238E27FC236}">
                <a16:creationId xmlns:a16="http://schemas.microsoft.com/office/drawing/2014/main" id="{AA02CD6D-6B8C-4E5D-ADA1-EDE5CF5541B6}"/>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1528740" y="0"/>
            <a:ext cx="3754712" cy="2675444"/>
          </a:xfrm>
        </p:spPr>
      </p:pic>
      <p:pic>
        <p:nvPicPr>
          <p:cNvPr id="45" name="Picture Placeholder 44" descr="A picture containing tableware">
            <a:extLst>
              <a:ext uri="{FF2B5EF4-FFF2-40B4-BE49-F238E27FC236}">
                <a16:creationId xmlns:a16="http://schemas.microsoft.com/office/drawing/2014/main" id="{1A565340-6612-43BB-8B80-C72700DD933C}"/>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2225974" y="0"/>
            <a:ext cx="1566098" cy="2675444"/>
          </a:xfrm>
        </p:spPr>
      </p:pic>
      <p:pic>
        <p:nvPicPr>
          <p:cNvPr id="49" name="Picture Placeholder 48" descr="A picture containing person, table, wooden, meal">
            <a:extLst>
              <a:ext uri="{FF2B5EF4-FFF2-40B4-BE49-F238E27FC236}">
                <a16:creationId xmlns:a16="http://schemas.microsoft.com/office/drawing/2014/main" id="{0D8BC8F5-4101-493D-9289-8D175DE9D79C}"/>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a:stretch/>
        </p:blipFill>
        <p:spPr>
          <a:xfrm>
            <a:off x="-1528740" y="2675444"/>
            <a:ext cx="5320811" cy="4182556"/>
          </a:xfrm>
        </p:spPr>
      </p:pic>
      <p:sp>
        <p:nvSpPr>
          <p:cNvPr id="8" name="Footer Placeholder 4">
            <a:extLst>
              <a:ext uri="{FF2B5EF4-FFF2-40B4-BE49-F238E27FC236}">
                <a16:creationId xmlns:a16="http://schemas.microsoft.com/office/drawing/2014/main" id="{96E3B60D-8F61-4010-B5A2-75CCE0009387}"/>
              </a:ext>
            </a:extLst>
          </p:cNvPr>
          <p:cNvSpPr>
            <a:spLocks noGrp="1"/>
          </p:cNvSpPr>
          <p:nvPr>
            <p:ph type="ftr" sz="quarter" idx="11"/>
          </p:nvPr>
        </p:nvSpPr>
        <p:spPr>
          <a:xfrm>
            <a:off x="-610205" y="6000750"/>
            <a:ext cx="6672865" cy="365125"/>
          </a:xfrm>
        </p:spPr>
        <p:txBody>
          <a:bodyPr/>
          <a:lstStyle/>
          <a:p>
            <a:r>
              <a:rPr lang="en-US" dirty="0"/>
              <a:t>Sample footer text</a:t>
            </a:r>
          </a:p>
        </p:txBody>
      </p:sp>
      <p:sp>
        <p:nvSpPr>
          <p:cNvPr id="27" name="Text Placeholder 26">
            <a:extLst>
              <a:ext uri="{FF2B5EF4-FFF2-40B4-BE49-F238E27FC236}">
                <a16:creationId xmlns:a16="http://schemas.microsoft.com/office/drawing/2014/main" id="{8777AD14-B633-4803-B2EF-CF2A208D1E2A}"/>
              </a:ext>
            </a:extLst>
          </p:cNvPr>
          <p:cNvSpPr>
            <a:spLocks noGrp="1"/>
          </p:cNvSpPr>
          <p:nvPr>
            <p:ph type="body" sz="quarter" idx="17"/>
          </p:nvPr>
        </p:nvSpPr>
        <p:spPr>
          <a:xfrm>
            <a:off x="3792071" y="833718"/>
            <a:ext cx="5197941" cy="5881846"/>
          </a:xfrm>
        </p:spPr>
        <p:txBody>
          <a:bodyPr>
            <a:normAutofit/>
          </a:bodyPr>
          <a:lstStyle/>
          <a:p>
            <a:r>
              <a:rPr lang="en-ZA" dirty="0"/>
              <a:t>Which store generates more revenue for the company </a:t>
            </a:r>
          </a:p>
          <a:p>
            <a:pPr marL="36900" indent="0">
              <a:buNone/>
            </a:pPr>
            <a:endParaRPr lang="en-ZA" dirty="0"/>
          </a:p>
          <a:p>
            <a:r>
              <a:rPr lang="en-ZA" dirty="0"/>
              <a:t>Which products generate the most revenue</a:t>
            </a:r>
          </a:p>
          <a:p>
            <a:pPr marL="36900" indent="0">
              <a:buNone/>
            </a:pPr>
            <a:endParaRPr lang="en-ZA" dirty="0"/>
          </a:p>
          <a:p>
            <a:r>
              <a:rPr lang="en-ZA" dirty="0"/>
              <a:t>What time of day the store performs best</a:t>
            </a:r>
          </a:p>
          <a:p>
            <a:pPr marL="36900" indent="0">
              <a:buNone/>
            </a:pPr>
            <a:endParaRPr lang="en-ZA" dirty="0"/>
          </a:p>
          <a:p>
            <a:r>
              <a:rPr lang="en-ZA" dirty="0"/>
              <a:t>Sales trends across products and time intervals</a:t>
            </a:r>
          </a:p>
          <a:p>
            <a:pPr marL="36900" indent="0">
              <a:buNone/>
            </a:pPr>
            <a:endParaRPr lang="en-ZA" dirty="0"/>
          </a:p>
          <a:p>
            <a:r>
              <a:rPr lang="en-ZA" dirty="0"/>
              <a:t>Recommendations for improving sales performance</a:t>
            </a:r>
            <a:endParaRPr lang="en-US" dirty="0"/>
          </a:p>
        </p:txBody>
      </p:sp>
    </p:spTree>
    <p:extLst>
      <p:ext uri="{BB962C8B-B14F-4D97-AF65-F5344CB8AC3E}">
        <p14:creationId xmlns:p14="http://schemas.microsoft.com/office/powerpoint/2010/main" val="2558899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8149" y="668601"/>
            <a:ext cx="4396155" cy="1405366"/>
          </a:xfrm>
        </p:spPr>
        <p:txBody>
          <a:bodyPr>
            <a:normAutofit/>
          </a:bodyPr>
          <a:lstStyle/>
          <a:p>
            <a:r>
              <a:rPr lang="en-US" dirty="0"/>
              <a:t>Introduction</a:t>
            </a:r>
          </a:p>
        </p:txBody>
      </p:sp>
      <p:sp>
        <p:nvSpPr>
          <p:cNvPr id="3" name="Subtitle 2" descr="Tag=AccentColor&#10;Flavor=Light&#10;Target=Text"/>
          <p:cNvSpPr>
            <a:spLocks noGrp="1"/>
          </p:cNvSpPr>
          <p:nvPr>
            <p:ph type="subTitle" idx="1"/>
          </p:nvPr>
        </p:nvSpPr>
        <p:spPr>
          <a:xfrm>
            <a:off x="680077" y="3002282"/>
            <a:ext cx="4396155" cy="2271393"/>
          </a:xfrm>
        </p:spPr>
        <p:txBody>
          <a:bodyPr>
            <a:normAutofit/>
          </a:bodyPr>
          <a:lstStyle/>
          <a:p>
            <a:r>
              <a:rPr lang="en-ZA" dirty="0"/>
              <a:t>Business Insights for a New CEO using Historical Transactional Data from Bright Coffee Shop</a:t>
            </a:r>
            <a:r>
              <a:rPr lang="en-US" dirty="0"/>
              <a:t>. </a:t>
            </a:r>
          </a:p>
        </p:txBody>
      </p:sp>
      <p:sp>
        <p:nvSpPr>
          <p:cNvPr id="16" name="Footer Placeholder 4">
            <a:extLst>
              <a:ext uri="{FF2B5EF4-FFF2-40B4-BE49-F238E27FC236}">
                <a16:creationId xmlns:a16="http://schemas.microsoft.com/office/drawing/2014/main" id="{19D54D5B-AC4B-4406-96BC-DBEEF7645A88}"/>
              </a:ext>
            </a:extLst>
          </p:cNvPr>
          <p:cNvSpPr>
            <a:spLocks noGrp="1"/>
          </p:cNvSpPr>
          <p:nvPr>
            <p:ph type="ftr" sz="quarter" idx="11"/>
          </p:nvPr>
        </p:nvSpPr>
        <p:spPr>
          <a:xfrm>
            <a:off x="-610205" y="6000750"/>
            <a:ext cx="6672865" cy="365125"/>
          </a:xfrm>
        </p:spPr>
        <p:txBody>
          <a:bodyPr/>
          <a:lstStyle/>
          <a:p>
            <a:r>
              <a:rPr lang="en-US" dirty="0"/>
              <a:t>Sample footer text</a:t>
            </a:r>
          </a:p>
        </p:txBody>
      </p:sp>
      <p:pic>
        <p:nvPicPr>
          <p:cNvPr id="23" name="Picture Placeholder 22" descr="A person sitting at a table">
            <a:extLst>
              <a:ext uri="{FF2B5EF4-FFF2-40B4-BE49-F238E27FC236}">
                <a16:creationId xmlns:a16="http://schemas.microsoft.com/office/drawing/2014/main" id="{8E1CFD6C-2E4B-4106-8446-4BD0F6602F7F}"/>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6072864" y="0"/>
            <a:ext cx="4572000" cy="6858000"/>
          </a:xfrm>
        </p:spPr>
      </p:pic>
      <p:sp>
        <p:nvSpPr>
          <p:cNvPr id="17" name="Date Placeholder 3">
            <a:extLst>
              <a:ext uri="{FF2B5EF4-FFF2-40B4-BE49-F238E27FC236}">
                <a16:creationId xmlns:a16="http://schemas.microsoft.com/office/drawing/2014/main" id="{8A8C9A28-A876-4575-8501-8E5F69D8D22C}"/>
              </a:ext>
            </a:extLst>
          </p:cNvPr>
          <p:cNvSpPr>
            <a:spLocks noGrp="1"/>
          </p:cNvSpPr>
          <p:nvPr>
            <p:ph type="dt" sz="half" idx="10"/>
          </p:nvPr>
        </p:nvSpPr>
        <p:spPr>
          <a:xfrm>
            <a:off x="6154736" y="6000750"/>
            <a:ext cx="2743200" cy="365125"/>
          </a:xfrm>
        </p:spPr>
        <p:txBody>
          <a:bodyPr/>
          <a:lstStyle/>
          <a:p>
            <a:r>
              <a:rPr lang="en-US" dirty="0"/>
              <a:t>20XX</a:t>
            </a:r>
          </a:p>
        </p:txBody>
      </p:sp>
      <p:sp>
        <p:nvSpPr>
          <p:cNvPr id="18" name="Slide Number Placeholder 5">
            <a:extLst>
              <a:ext uri="{FF2B5EF4-FFF2-40B4-BE49-F238E27FC236}">
                <a16:creationId xmlns:a16="http://schemas.microsoft.com/office/drawing/2014/main" id="{1ED457A1-2E40-4C44-A232-BAF8CDEB0077}"/>
              </a:ext>
            </a:extLst>
          </p:cNvPr>
          <p:cNvSpPr>
            <a:spLocks noGrp="1"/>
          </p:cNvSpPr>
          <p:nvPr>
            <p:ph type="sldNum" sz="quarter" idx="12"/>
          </p:nvPr>
        </p:nvSpPr>
        <p:spPr>
          <a:xfrm>
            <a:off x="8990012" y="6000750"/>
            <a:ext cx="753545" cy="365125"/>
          </a:xfrm>
        </p:spPr>
        <p:txBody>
          <a:bodyPr/>
          <a:lstStyle/>
          <a:p>
            <a:fld id="{3A98EE3D-8CD1-4C3F-BD1C-C98C9596463C}" type="slidenum">
              <a:rPr lang="en-US" smtClean="0"/>
              <a:pPr/>
              <a:t>3</a:t>
            </a:fld>
            <a:endParaRPr lang="en-US" dirty="0"/>
          </a:p>
        </p:txBody>
      </p:sp>
    </p:spTree>
    <p:extLst>
      <p:ext uri="{BB962C8B-B14F-4D97-AF65-F5344CB8AC3E}">
        <p14:creationId xmlns:p14="http://schemas.microsoft.com/office/powerpoint/2010/main" val="83597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3047E-FBFD-4F79-BCA5-10E69740F030}"/>
              </a:ext>
            </a:extLst>
          </p:cNvPr>
          <p:cNvSpPr>
            <a:spLocks noGrp="1"/>
          </p:cNvSpPr>
          <p:nvPr>
            <p:ph type="title"/>
          </p:nvPr>
        </p:nvSpPr>
        <p:spPr>
          <a:xfrm>
            <a:off x="348035" y="0"/>
            <a:ext cx="8641977" cy="627263"/>
          </a:xfrm>
        </p:spPr>
        <p:txBody>
          <a:bodyPr>
            <a:normAutofit fontScale="90000"/>
          </a:bodyPr>
          <a:lstStyle/>
          <a:p>
            <a:r>
              <a:rPr lang="en-ZA" sz="3600" u="sng" dirty="0"/>
              <a:t>Sales Trends Across 3 Stores Locations</a:t>
            </a:r>
          </a:p>
        </p:txBody>
      </p:sp>
      <p:sp>
        <p:nvSpPr>
          <p:cNvPr id="12" name="Slide Number Placeholder 5">
            <a:extLst>
              <a:ext uri="{FF2B5EF4-FFF2-40B4-BE49-F238E27FC236}">
                <a16:creationId xmlns:a16="http://schemas.microsoft.com/office/drawing/2014/main" id="{44F56172-F0A1-4C57-A121-33FE4644160A}"/>
              </a:ext>
            </a:extLst>
          </p:cNvPr>
          <p:cNvSpPr>
            <a:spLocks noGrp="1"/>
          </p:cNvSpPr>
          <p:nvPr>
            <p:ph type="sldNum" sz="quarter" idx="12"/>
          </p:nvPr>
        </p:nvSpPr>
        <p:spPr>
          <a:xfrm>
            <a:off x="8990012" y="6000750"/>
            <a:ext cx="753545"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98EE3D-8CD1-4C3F-BD1C-C98C9596463C}" type="slidenum">
              <a:rPr kumimoji="0" lang="en-US" sz="1000" b="0" i="0" u="none" strike="noStrike" kern="1200" cap="none" spc="0" normalizeH="0" baseline="0" noProof="0" smtClean="0">
                <a:ln>
                  <a:noFill/>
                </a:ln>
                <a:solidFill>
                  <a:prstClr val="white">
                    <a:lumMod val="95000"/>
                  </a:prstClr>
                </a:solidFill>
                <a:effectLst>
                  <a:outerShdw blurRad="50800" dist="38100" dir="2700000" algn="tl" rotWithShape="0">
                    <a:prstClr val="black">
                      <a:alpha val="43000"/>
                    </a:prstClr>
                  </a:outerShdw>
                </a:effectLst>
                <a:uLnTx/>
                <a:uFillTx/>
                <a:latin typeface="Calisto MT" panose="020406030505050303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dirty="0">
              <a:ln>
                <a:noFill/>
              </a:ln>
              <a:solidFill>
                <a:prstClr val="white">
                  <a:lumMod val="95000"/>
                </a:prstClr>
              </a:solidFill>
              <a:effectLst>
                <a:outerShdw blurRad="50800" dist="38100" dir="2700000" algn="tl" rotWithShape="0">
                  <a:prstClr val="black">
                    <a:alpha val="43000"/>
                  </a:prstClr>
                </a:outerShdw>
              </a:effectLst>
              <a:uLnTx/>
              <a:uFillTx/>
              <a:latin typeface="Calisto MT" panose="02040603050505030304"/>
              <a:ea typeface="+mn-ea"/>
              <a:cs typeface="+mn-cs"/>
            </a:endParaRPr>
          </a:p>
        </p:txBody>
      </p:sp>
      <p:sp>
        <p:nvSpPr>
          <p:cNvPr id="4" name="Content Placeholder 3">
            <a:extLst>
              <a:ext uri="{FF2B5EF4-FFF2-40B4-BE49-F238E27FC236}">
                <a16:creationId xmlns:a16="http://schemas.microsoft.com/office/drawing/2014/main" id="{19A7501F-F749-46DC-8407-02D2E11DDD0E}"/>
              </a:ext>
            </a:extLst>
          </p:cNvPr>
          <p:cNvSpPr>
            <a:spLocks noGrp="1"/>
          </p:cNvSpPr>
          <p:nvPr>
            <p:ph idx="1"/>
          </p:nvPr>
        </p:nvSpPr>
        <p:spPr>
          <a:xfrm>
            <a:off x="89647" y="5531224"/>
            <a:ext cx="8900365" cy="1254078"/>
          </a:xfrm>
        </p:spPr>
        <p:txBody>
          <a:bodyPr>
            <a:normAutofit/>
          </a:bodyPr>
          <a:lstStyle/>
          <a:p>
            <a:pPr marL="36900" indent="0" algn="ctr">
              <a:buNone/>
            </a:pPr>
            <a:r>
              <a:rPr lang="en-US" sz="2400" dirty="0"/>
              <a:t>From the above data stats the most revenue of Bright Coffee Shop comes from Astoria shop with sales of 22 912 which is 34% of the overall sales. </a:t>
            </a:r>
            <a:endParaRPr lang="en-ZA" sz="2400" dirty="0"/>
          </a:p>
        </p:txBody>
      </p:sp>
      <p:pic>
        <p:nvPicPr>
          <p:cNvPr id="5" name="Picture 4">
            <a:extLst>
              <a:ext uri="{FF2B5EF4-FFF2-40B4-BE49-F238E27FC236}">
                <a16:creationId xmlns:a16="http://schemas.microsoft.com/office/drawing/2014/main" id="{B07C1E7B-0971-4084-B61D-0EEA1D3C92A9}"/>
              </a:ext>
            </a:extLst>
          </p:cNvPr>
          <p:cNvPicPr>
            <a:picLocks noChangeAspect="1"/>
          </p:cNvPicPr>
          <p:nvPr/>
        </p:nvPicPr>
        <p:blipFill>
          <a:blip r:embed="rId2"/>
          <a:stretch>
            <a:fillRect/>
          </a:stretch>
        </p:blipFill>
        <p:spPr>
          <a:xfrm>
            <a:off x="2450124" y="2195577"/>
            <a:ext cx="4243752" cy="3335647"/>
          </a:xfrm>
          <a:prstGeom prst="rect">
            <a:avLst/>
          </a:prstGeom>
        </p:spPr>
      </p:pic>
      <p:pic>
        <p:nvPicPr>
          <p:cNvPr id="6" name="Picture 5">
            <a:extLst>
              <a:ext uri="{FF2B5EF4-FFF2-40B4-BE49-F238E27FC236}">
                <a16:creationId xmlns:a16="http://schemas.microsoft.com/office/drawing/2014/main" id="{44E10DCE-716A-4660-9CAE-6A956450F451}"/>
              </a:ext>
            </a:extLst>
          </p:cNvPr>
          <p:cNvPicPr>
            <a:picLocks noChangeAspect="1"/>
          </p:cNvPicPr>
          <p:nvPr/>
        </p:nvPicPr>
        <p:blipFill>
          <a:blip r:embed="rId3"/>
          <a:stretch>
            <a:fillRect/>
          </a:stretch>
        </p:blipFill>
        <p:spPr>
          <a:xfrm>
            <a:off x="2477647" y="750296"/>
            <a:ext cx="4124364" cy="1322248"/>
          </a:xfrm>
          <a:prstGeom prst="rect">
            <a:avLst/>
          </a:prstGeom>
        </p:spPr>
      </p:pic>
    </p:spTree>
    <p:extLst>
      <p:ext uri="{BB962C8B-B14F-4D97-AF65-F5344CB8AC3E}">
        <p14:creationId xmlns:p14="http://schemas.microsoft.com/office/powerpoint/2010/main" val="4287020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3047E-FBFD-4F79-BCA5-10E69740F030}"/>
              </a:ext>
            </a:extLst>
          </p:cNvPr>
          <p:cNvSpPr>
            <a:spLocks noGrp="1"/>
          </p:cNvSpPr>
          <p:nvPr>
            <p:ph type="title"/>
          </p:nvPr>
        </p:nvSpPr>
        <p:spPr>
          <a:xfrm>
            <a:off x="272101" y="217995"/>
            <a:ext cx="8717910" cy="773983"/>
          </a:xfrm>
        </p:spPr>
        <p:txBody>
          <a:bodyPr>
            <a:normAutofit/>
          </a:bodyPr>
          <a:lstStyle/>
          <a:p>
            <a:r>
              <a:rPr lang="en-ZA" sz="3200" u="sng" dirty="0"/>
              <a:t>The Products That Generate The Most Revenue</a:t>
            </a:r>
            <a:endParaRPr lang="en-US" sz="3200" u="sng" dirty="0"/>
          </a:p>
        </p:txBody>
      </p:sp>
      <p:sp>
        <p:nvSpPr>
          <p:cNvPr id="12" name="Slide Number Placeholder 5">
            <a:extLst>
              <a:ext uri="{FF2B5EF4-FFF2-40B4-BE49-F238E27FC236}">
                <a16:creationId xmlns:a16="http://schemas.microsoft.com/office/drawing/2014/main" id="{44F56172-F0A1-4C57-A121-33FE4644160A}"/>
              </a:ext>
            </a:extLst>
          </p:cNvPr>
          <p:cNvSpPr>
            <a:spLocks noGrp="1"/>
          </p:cNvSpPr>
          <p:nvPr>
            <p:ph type="sldNum" sz="quarter" idx="12"/>
          </p:nvPr>
        </p:nvSpPr>
        <p:spPr>
          <a:xfrm>
            <a:off x="8990012" y="6000750"/>
            <a:ext cx="753545" cy="365125"/>
          </a:xfrm>
        </p:spPr>
        <p:txBody>
          <a:bodyPr/>
          <a:lstStyle/>
          <a:p>
            <a:fld id="{3A98EE3D-8CD1-4C3F-BD1C-C98C9596463C}" type="slidenum">
              <a:rPr lang="en-US" smtClean="0"/>
              <a:pPr/>
              <a:t>5</a:t>
            </a:fld>
            <a:endParaRPr lang="en-US" dirty="0"/>
          </a:p>
        </p:txBody>
      </p:sp>
      <p:pic>
        <p:nvPicPr>
          <p:cNvPr id="9" name="Content Placeholder 8">
            <a:extLst>
              <a:ext uri="{FF2B5EF4-FFF2-40B4-BE49-F238E27FC236}">
                <a16:creationId xmlns:a16="http://schemas.microsoft.com/office/drawing/2014/main" id="{0F9376FF-875E-46CF-80BB-5A7DF485F703}"/>
              </a:ext>
            </a:extLst>
          </p:cNvPr>
          <p:cNvPicPr>
            <a:picLocks noGrp="1" noChangeAspect="1"/>
          </p:cNvPicPr>
          <p:nvPr>
            <p:ph idx="1"/>
          </p:nvPr>
        </p:nvPicPr>
        <p:blipFill>
          <a:blip r:embed="rId2"/>
          <a:stretch>
            <a:fillRect/>
          </a:stretch>
        </p:blipFill>
        <p:spPr>
          <a:xfrm>
            <a:off x="272101" y="1334733"/>
            <a:ext cx="8678889" cy="2970827"/>
          </a:xfrm>
          <a:prstGeom prst="rect">
            <a:avLst/>
          </a:prstGeom>
        </p:spPr>
      </p:pic>
      <p:pic>
        <p:nvPicPr>
          <p:cNvPr id="10" name="Picture 9">
            <a:extLst>
              <a:ext uri="{FF2B5EF4-FFF2-40B4-BE49-F238E27FC236}">
                <a16:creationId xmlns:a16="http://schemas.microsoft.com/office/drawing/2014/main" id="{60F33F0E-1487-42B6-8248-4B1AB75C393E}"/>
              </a:ext>
            </a:extLst>
          </p:cNvPr>
          <p:cNvPicPr>
            <a:picLocks noChangeAspect="1"/>
          </p:cNvPicPr>
          <p:nvPr/>
        </p:nvPicPr>
        <p:blipFill>
          <a:blip r:embed="rId3"/>
          <a:stretch>
            <a:fillRect/>
          </a:stretch>
        </p:blipFill>
        <p:spPr>
          <a:xfrm>
            <a:off x="119175" y="4583129"/>
            <a:ext cx="4769223" cy="2274871"/>
          </a:xfrm>
          <a:prstGeom prst="rect">
            <a:avLst/>
          </a:prstGeom>
        </p:spPr>
      </p:pic>
      <p:pic>
        <p:nvPicPr>
          <p:cNvPr id="11" name="Picture 10">
            <a:extLst>
              <a:ext uri="{FF2B5EF4-FFF2-40B4-BE49-F238E27FC236}">
                <a16:creationId xmlns:a16="http://schemas.microsoft.com/office/drawing/2014/main" id="{83E29601-249C-44B3-97BC-A217B1DA5522}"/>
              </a:ext>
            </a:extLst>
          </p:cNvPr>
          <p:cNvPicPr>
            <a:picLocks noChangeAspect="1"/>
          </p:cNvPicPr>
          <p:nvPr/>
        </p:nvPicPr>
        <p:blipFill>
          <a:blip r:embed="rId4"/>
          <a:stretch>
            <a:fillRect/>
          </a:stretch>
        </p:blipFill>
        <p:spPr>
          <a:xfrm>
            <a:off x="4888398" y="4583129"/>
            <a:ext cx="4101614" cy="2209620"/>
          </a:xfrm>
          <a:prstGeom prst="rect">
            <a:avLst/>
          </a:prstGeom>
        </p:spPr>
      </p:pic>
    </p:spTree>
    <p:extLst>
      <p:ext uri="{BB962C8B-B14F-4D97-AF65-F5344CB8AC3E}">
        <p14:creationId xmlns:p14="http://schemas.microsoft.com/office/powerpoint/2010/main" val="1527386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3047E-FBFD-4F79-BCA5-10E69740F030}"/>
              </a:ext>
            </a:extLst>
          </p:cNvPr>
          <p:cNvSpPr>
            <a:spLocks noGrp="1"/>
          </p:cNvSpPr>
          <p:nvPr>
            <p:ph type="title"/>
          </p:nvPr>
        </p:nvSpPr>
        <p:spPr>
          <a:xfrm>
            <a:off x="233083" y="44712"/>
            <a:ext cx="8756929" cy="772795"/>
          </a:xfrm>
        </p:spPr>
        <p:txBody>
          <a:bodyPr>
            <a:normAutofit/>
          </a:bodyPr>
          <a:lstStyle/>
          <a:p>
            <a:r>
              <a:rPr lang="en-ZA" sz="3200" u="sng" dirty="0"/>
              <a:t>The Products That Generate The Most Revenue</a:t>
            </a:r>
            <a:endParaRPr lang="en-US" sz="3200" u="sng" dirty="0"/>
          </a:p>
        </p:txBody>
      </p:sp>
      <p:sp>
        <p:nvSpPr>
          <p:cNvPr id="12" name="Slide Number Placeholder 5">
            <a:extLst>
              <a:ext uri="{FF2B5EF4-FFF2-40B4-BE49-F238E27FC236}">
                <a16:creationId xmlns:a16="http://schemas.microsoft.com/office/drawing/2014/main" id="{44F56172-F0A1-4C57-A121-33FE4644160A}"/>
              </a:ext>
            </a:extLst>
          </p:cNvPr>
          <p:cNvSpPr>
            <a:spLocks noGrp="1"/>
          </p:cNvSpPr>
          <p:nvPr>
            <p:ph type="sldNum" sz="quarter" idx="12"/>
          </p:nvPr>
        </p:nvSpPr>
        <p:spPr>
          <a:xfrm>
            <a:off x="8990012" y="6000750"/>
            <a:ext cx="753545" cy="365125"/>
          </a:xfrm>
        </p:spPr>
        <p:txBody>
          <a:bodyPr/>
          <a:lstStyle/>
          <a:p>
            <a:fld id="{3A98EE3D-8CD1-4C3F-BD1C-C98C9596463C}" type="slidenum">
              <a:rPr lang="en-US" smtClean="0"/>
              <a:pPr/>
              <a:t>6</a:t>
            </a:fld>
            <a:endParaRPr lang="en-US" dirty="0"/>
          </a:p>
        </p:txBody>
      </p:sp>
      <p:sp>
        <p:nvSpPr>
          <p:cNvPr id="4" name="Content Placeholder 3">
            <a:extLst>
              <a:ext uri="{FF2B5EF4-FFF2-40B4-BE49-F238E27FC236}">
                <a16:creationId xmlns:a16="http://schemas.microsoft.com/office/drawing/2014/main" id="{B0DB76C9-CE6A-48ED-8803-7648B1CE7D3D}"/>
              </a:ext>
            </a:extLst>
          </p:cNvPr>
          <p:cNvSpPr>
            <a:spLocks noGrp="1"/>
          </p:cNvSpPr>
          <p:nvPr>
            <p:ph idx="1"/>
          </p:nvPr>
        </p:nvSpPr>
        <p:spPr>
          <a:xfrm>
            <a:off x="753035" y="5181600"/>
            <a:ext cx="7548283" cy="1458406"/>
          </a:xfrm>
        </p:spPr>
        <p:txBody>
          <a:bodyPr>
            <a:normAutofit fontScale="92500" lnSpcReduction="10000"/>
          </a:bodyPr>
          <a:lstStyle/>
          <a:p>
            <a:pPr marL="36900" indent="0" algn="ctr">
              <a:buNone/>
            </a:pPr>
            <a:r>
              <a:rPr lang="en-US" dirty="0"/>
              <a:t>The top 3 products selling fast include:</a:t>
            </a:r>
          </a:p>
          <a:p>
            <a:pPr lvl="1" algn="ctr">
              <a:buFont typeface="Wingdings" panose="05000000000000000000" pitchFamily="2" charset="2"/>
              <a:buChar char="v"/>
            </a:pPr>
            <a:r>
              <a:rPr lang="en-US" dirty="0"/>
              <a:t>Coffee – 39%</a:t>
            </a:r>
          </a:p>
          <a:p>
            <a:pPr lvl="1" algn="ctr">
              <a:buFont typeface="Wingdings" panose="05000000000000000000" pitchFamily="2" charset="2"/>
              <a:buChar char="v"/>
            </a:pPr>
            <a:r>
              <a:rPr lang="en-US" dirty="0"/>
              <a:t>Tea – 31%</a:t>
            </a:r>
          </a:p>
          <a:p>
            <a:pPr lvl="1" algn="ctr">
              <a:buFont typeface="Wingdings" panose="05000000000000000000" pitchFamily="2" charset="2"/>
              <a:buChar char="v"/>
            </a:pPr>
            <a:r>
              <a:rPr lang="en-US" dirty="0"/>
              <a:t>Bakery – 15%</a:t>
            </a:r>
          </a:p>
        </p:txBody>
      </p:sp>
      <p:pic>
        <p:nvPicPr>
          <p:cNvPr id="9" name="Picture 8">
            <a:extLst>
              <a:ext uri="{FF2B5EF4-FFF2-40B4-BE49-F238E27FC236}">
                <a16:creationId xmlns:a16="http://schemas.microsoft.com/office/drawing/2014/main" id="{F60DDB30-1378-4FF0-9BD6-5C2CD1DD30C2}"/>
              </a:ext>
            </a:extLst>
          </p:cNvPr>
          <p:cNvPicPr>
            <a:picLocks noChangeAspect="1"/>
          </p:cNvPicPr>
          <p:nvPr/>
        </p:nvPicPr>
        <p:blipFill>
          <a:blip r:embed="rId2"/>
          <a:stretch>
            <a:fillRect/>
          </a:stretch>
        </p:blipFill>
        <p:spPr>
          <a:xfrm>
            <a:off x="233083" y="985460"/>
            <a:ext cx="8811357" cy="4028187"/>
          </a:xfrm>
          <a:prstGeom prst="rect">
            <a:avLst/>
          </a:prstGeom>
        </p:spPr>
      </p:pic>
    </p:spTree>
    <p:extLst>
      <p:ext uri="{BB962C8B-B14F-4D97-AF65-F5344CB8AC3E}">
        <p14:creationId xmlns:p14="http://schemas.microsoft.com/office/powerpoint/2010/main" val="986146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081" y="0"/>
            <a:ext cx="8756930" cy="548082"/>
          </a:xfrm>
        </p:spPr>
        <p:txBody>
          <a:bodyPr>
            <a:noAutofit/>
          </a:bodyPr>
          <a:lstStyle/>
          <a:p>
            <a:r>
              <a:rPr lang="en-ZA" sz="3200" u="sng" dirty="0"/>
              <a:t>The Time Of Day The Company  Performs Best </a:t>
            </a:r>
          </a:p>
        </p:txBody>
      </p:sp>
      <p:sp>
        <p:nvSpPr>
          <p:cNvPr id="46" name="Slide Number Placeholder 5">
            <a:extLst>
              <a:ext uri="{FF2B5EF4-FFF2-40B4-BE49-F238E27FC236}">
                <a16:creationId xmlns:a16="http://schemas.microsoft.com/office/drawing/2014/main" id="{F40844C9-67FE-4E2E-AA09-6FF959A68FF0}"/>
              </a:ext>
            </a:extLst>
          </p:cNvPr>
          <p:cNvSpPr txBox="1">
            <a:spLocks/>
          </p:cNvSpPr>
          <p:nvPr/>
        </p:nvSpPr>
        <p:spPr>
          <a:xfrm>
            <a:off x="8990012" y="6000750"/>
            <a:ext cx="753545" cy="365125"/>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lgn="r">
              <a:buNone/>
            </a:pPr>
            <a:fld id="{3A98EE3D-8CD1-4C3F-BD1C-C98C9596463C}" type="slidenum">
              <a:rPr lang="en-US" sz="1000">
                <a:solidFill>
                  <a:schemeClr val="tx1">
                    <a:lumMod val="95000"/>
                  </a:schemeClr>
                </a:solidFill>
                <a:effectLst>
                  <a:outerShdw blurRad="50800" dist="38100" dir="2700000" algn="tl" rotWithShape="0">
                    <a:schemeClr val="bg1">
                      <a:alpha val="43000"/>
                    </a:schemeClr>
                  </a:outerShdw>
                </a:effectLst>
              </a:rPr>
              <a:pPr marL="36900" indent="0" algn="r">
                <a:buNone/>
              </a:pPr>
              <a:t>7</a:t>
            </a:fld>
            <a:endParaRPr lang="en-US" sz="1000" dirty="0">
              <a:solidFill>
                <a:schemeClr val="tx1">
                  <a:lumMod val="95000"/>
                </a:schemeClr>
              </a:solidFill>
              <a:effectLst>
                <a:outerShdw blurRad="50800" dist="38100" dir="2700000" algn="tl" rotWithShape="0">
                  <a:schemeClr val="bg1">
                    <a:alpha val="43000"/>
                  </a:schemeClr>
                </a:outerShdw>
              </a:effectLst>
            </a:endParaRPr>
          </a:p>
        </p:txBody>
      </p:sp>
      <p:pic>
        <p:nvPicPr>
          <p:cNvPr id="4" name="Picture 3">
            <a:extLst>
              <a:ext uri="{FF2B5EF4-FFF2-40B4-BE49-F238E27FC236}">
                <a16:creationId xmlns:a16="http://schemas.microsoft.com/office/drawing/2014/main" id="{44B9F2AC-CB43-4AD6-A131-D757700E3132}"/>
              </a:ext>
            </a:extLst>
          </p:cNvPr>
          <p:cNvPicPr>
            <a:picLocks noChangeAspect="1"/>
          </p:cNvPicPr>
          <p:nvPr/>
        </p:nvPicPr>
        <p:blipFill>
          <a:blip r:embed="rId3"/>
          <a:stretch>
            <a:fillRect/>
          </a:stretch>
        </p:blipFill>
        <p:spPr>
          <a:xfrm>
            <a:off x="537882" y="676782"/>
            <a:ext cx="7497133" cy="4454277"/>
          </a:xfrm>
          <a:prstGeom prst="rect">
            <a:avLst/>
          </a:prstGeom>
        </p:spPr>
      </p:pic>
      <p:sp>
        <p:nvSpPr>
          <p:cNvPr id="3" name="TextBox 2">
            <a:extLst>
              <a:ext uri="{FF2B5EF4-FFF2-40B4-BE49-F238E27FC236}">
                <a16:creationId xmlns:a16="http://schemas.microsoft.com/office/drawing/2014/main" id="{771ECC94-124F-4AB3-B6F2-1017AA9C1DC8}"/>
              </a:ext>
            </a:extLst>
          </p:cNvPr>
          <p:cNvSpPr txBox="1"/>
          <p:nvPr/>
        </p:nvSpPr>
        <p:spPr>
          <a:xfrm>
            <a:off x="116541" y="5285577"/>
            <a:ext cx="8873470" cy="1477328"/>
          </a:xfrm>
          <a:prstGeom prst="rect">
            <a:avLst/>
          </a:prstGeom>
          <a:noFill/>
        </p:spPr>
        <p:txBody>
          <a:bodyPr wrap="square" rtlCol="0">
            <a:spAutoFit/>
          </a:bodyPr>
          <a:lstStyle/>
          <a:p>
            <a:pPr marL="285750" indent="-285750">
              <a:buFont typeface="Wingdings" panose="05000000000000000000" pitchFamily="2" charset="2"/>
              <a:buChar char="v"/>
            </a:pPr>
            <a:r>
              <a:rPr lang="en-US" dirty="0"/>
              <a:t>Most of the sales happen during the morning between 06:00 And 12:00 at 55% sales percentage. During this time slot Bright Coffee shop is making a lot of revenue on a daily bases. </a:t>
            </a:r>
          </a:p>
          <a:p>
            <a:endParaRPr lang="en-US" dirty="0"/>
          </a:p>
          <a:p>
            <a:pPr marL="285750" indent="-285750">
              <a:buFont typeface="Wingdings" panose="05000000000000000000" pitchFamily="2" charset="2"/>
              <a:buChar char="v"/>
            </a:pPr>
            <a:r>
              <a:rPr lang="en-US" dirty="0"/>
              <a:t>Sales starts dropping slowly in the afternoon to 24% between 12:00 And 16:00.</a:t>
            </a:r>
            <a:endParaRPr lang="en-ZA" dirty="0"/>
          </a:p>
        </p:txBody>
      </p:sp>
    </p:spTree>
    <p:extLst>
      <p:ext uri="{BB962C8B-B14F-4D97-AF65-F5344CB8AC3E}">
        <p14:creationId xmlns:p14="http://schemas.microsoft.com/office/powerpoint/2010/main" val="3441333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082" y="169094"/>
            <a:ext cx="8756930" cy="691518"/>
          </a:xfrm>
        </p:spPr>
        <p:txBody>
          <a:bodyPr>
            <a:noAutofit/>
          </a:bodyPr>
          <a:lstStyle/>
          <a:p>
            <a:r>
              <a:rPr lang="en-ZA" sz="3200" u="sng" dirty="0"/>
              <a:t>The Time Of Day The Company  Performs Best </a:t>
            </a:r>
          </a:p>
        </p:txBody>
      </p:sp>
      <p:sp>
        <p:nvSpPr>
          <p:cNvPr id="46" name="Slide Number Placeholder 5">
            <a:extLst>
              <a:ext uri="{FF2B5EF4-FFF2-40B4-BE49-F238E27FC236}">
                <a16:creationId xmlns:a16="http://schemas.microsoft.com/office/drawing/2014/main" id="{F40844C9-67FE-4E2E-AA09-6FF959A68FF0}"/>
              </a:ext>
            </a:extLst>
          </p:cNvPr>
          <p:cNvSpPr txBox="1">
            <a:spLocks/>
          </p:cNvSpPr>
          <p:nvPr/>
        </p:nvSpPr>
        <p:spPr>
          <a:xfrm>
            <a:off x="8990012" y="6000750"/>
            <a:ext cx="753545" cy="365125"/>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lgn="r">
              <a:buNone/>
            </a:pPr>
            <a:fld id="{3A98EE3D-8CD1-4C3F-BD1C-C98C9596463C}" type="slidenum">
              <a:rPr lang="en-US" sz="1000">
                <a:solidFill>
                  <a:schemeClr val="tx1">
                    <a:lumMod val="95000"/>
                  </a:schemeClr>
                </a:solidFill>
                <a:effectLst>
                  <a:outerShdw blurRad="50800" dist="38100" dir="2700000" algn="tl" rotWithShape="0">
                    <a:schemeClr val="bg1">
                      <a:alpha val="43000"/>
                    </a:schemeClr>
                  </a:outerShdw>
                </a:effectLst>
              </a:rPr>
              <a:pPr marL="36900" indent="0" algn="r">
                <a:buNone/>
              </a:pPr>
              <a:t>8</a:t>
            </a:fld>
            <a:endParaRPr lang="en-US" sz="1000" dirty="0">
              <a:solidFill>
                <a:schemeClr val="tx1">
                  <a:lumMod val="95000"/>
                </a:schemeClr>
              </a:solidFill>
              <a:effectLst>
                <a:outerShdw blurRad="50800" dist="38100" dir="2700000" algn="tl" rotWithShape="0">
                  <a:schemeClr val="bg1">
                    <a:alpha val="43000"/>
                  </a:schemeClr>
                </a:outerShdw>
              </a:effectLst>
            </a:endParaRPr>
          </a:p>
        </p:txBody>
      </p:sp>
      <p:pic>
        <p:nvPicPr>
          <p:cNvPr id="5" name="Picture 4">
            <a:extLst>
              <a:ext uri="{FF2B5EF4-FFF2-40B4-BE49-F238E27FC236}">
                <a16:creationId xmlns:a16="http://schemas.microsoft.com/office/drawing/2014/main" id="{EFBA17ED-300E-4333-ACF8-40970003FB06}"/>
              </a:ext>
            </a:extLst>
          </p:cNvPr>
          <p:cNvPicPr>
            <a:picLocks noChangeAspect="1"/>
          </p:cNvPicPr>
          <p:nvPr/>
        </p:nvPicPr>
        <p:blipFill>
          <a:blip r:embed="rId3"/>
          <a:stretch>
            <a:fillRect/>
          </a:stretch>
        </p:blipFill>
        <p:spPr>
          <a:xfrm>
            <a:off x="232875" y="1272988"/>
            <a:ext cx="8776750" cy="4087197"/>
          </a:xfrm>
          <a:prstGeom prst="rect">
            <a:avLst/>
          </a:prstGeom>
        </p:spPr>
      </p:pic>
      <p:sp>
        <p:nvSpPr>
          <p:cNvPr id="6" name="TextBox 5">
            <a:extLst>
              <a:ext uri="{FF2B5EF4-FFF2-40B4-BE49-F238E27FC236}">
                <a16:creationId xmlns:a16="http://schemas.microsoft.com/office/drawing/2014/main" id="{0D536B50-2F7B-4052-ADF3-77C5E530661D}"/>
              </a:ext>
            </a:extLst>
          </p:cNvPr>
          <p:cNvSpPr txBox="1"/>
          <p:nvPr/>
        </p:nvSpPr>
        <p:spPr>
          <a:xfrm>
            <a:off x="349623" y="5646349"/>
            <a:ext cx="8444753" cy="1015663"/>
          </a:xfrm>
          <a:prstGeom prst="rect">
            <a:avLst/>
          </a:prstGeom>
          <a:noFill/>
        </p:spPr>
        <p:txBody>
          <a:bodyPr wrap="square" rtlCol="0">
            <a:spAutoFit/>
          </a:bodyPr>
          <a:lstStyle/>
          <a:p>
            <a:pPr algn="ctr"/>
            <a:r>
              <a:rPr lang="en-US" sz="2000" dirty="0"/>
              <a:t>The above graph show the 3 stores locations sales  revenue increment from morning and the gradual dropping from afternoon through to evening and night time slots </a:t>
            </a:r>
            <a:endParaRPr lang="en-ZA" sz="2000" dirty="0"/>
          </a:p>
        </p:txBody>
      </p:sp>
    </p:spTree>
    <p:extLst>
      <p:ext uri="{BB962C8B-B14F-4D97-AF65-F5344CB8AC3E}">
        <p14:creationId xmlns:p14="http://schemas.microsoft.com/office/powerpoint/2010/main" val="1716500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3047E-FBFD-4F79-BCA5-10E69740F030}"/>
              </a:ext>
            </a:extLst>
          </p:cNvPr>
          <p:cNvSpPr>
            <a:spLocks noGrp="1"/>
          </p:cNvSpPr>
          <p:nvPr>
            <p:ph type="title"/>
          </p:nvPr>
        </p:nvSpPr>
        <p:spPr>
          <a:xfrm>
            <a:off x="268941" y="217995"/>
            <a:ext cx="8641977" cy="1257300"/>
          </a:xfrm>
        </p:spPr>
        <p:txBody>
          <a:bodyPr>
            <a:normAutofit fontScale="90000"/>
          </a:bodyPr>
          <a:lstStyle/>
          <a:p>
            <a:r>
              <a:rPr lang="en-ZA" dirty="0"/>
              <a:t>Sales Trends Across Products And Time Intervals</a:t>
            </a:r>
          </a:p>
        </p:txBody>
      </p:sp>
      <p:sp>
        <p:nvSpPr>
          <p:cNvPr id="12" name="Slide Number Placeholder 5">
            <a:extLst>
              <a:ext uri="{FF2B5EF4-FFF2-40B4-BE49-F238E27FC236}">
                <a16:creationId xmlns:a16="http://schemas.microsoft.com/office/drawing/2014/main" id="{44F56172-F0A1-4C57-A121-33FE4644160A}"/>
              </a:ext>
            </a:extLst>
          </p:cNvPr>
          <p:cNvSpPr>
            <a:spLocks noGrp="1"/>
          </p:cNvSpPr>
          <p:nvPr>
            <p:ph type="sldNum" sz="quarter" idx="12"/>
          </p:nvPr>
        </p:nvSpPr>
        <p:spPr>
          <a:xfrm>
            <a:off x="8990012" y="6000750"/>
            <a:ext cx="753545" cy="365125"/>
          </a:xfrm>
        </p:spPr>
        <p:txBody>
          <a:bodyPr/>
          <a:lstStyle/>
          <a:p>
            <a:fld id="{3A98EE3D-8CD1-4C3F-BD1C-C98C9596463C}" type="slidenum">
              <a:rPr lang="en-US" smtClean="0"/>
              <a:pPr/>
              <a:t>9</a:t>
            </a:fld>
            <a:endParaRPr lang="en-US" dirty="0"/>
          </a:p>
        </p:txBody>
      </p:sp>
      <p:pic>
        <p:nvPicPr>
          <p:cNvPr id="7" name="Content Placeholder 6">
            <a:extLst>
              <a:ext uri="{FF2B5EF4-FFF2-40B4-BE49-F238E27FC236}">
                <a16:creationId xmlns:a16="http://schemas.microsoft.com/office/drawing/2014/main" id="{24D70EF2-E48B-4F0A-8E30-108C427F03FF}"/>
              </a:ext>
            </a:extLst>
          </p:cNvPr>
          <p:cNvPicPr>
            <a:picLocks noGrp="1" noChangeAspect="1"/>
          </p:cNvPicPr>
          <p:nvPr>
            <p:ph idx="1"/>
          </p:nvPr>
        </p:nvPicPr>
        <p:blipFill>
          <a:blip r:embed="rId2"/>
          <a:stretch>
            <a:fillRect/>
          </a:stretch>
        </p:blipFill>
        <p:spPr>
          <a:xfrm>
            <a:off x="690247" y="1599398"/>
            <a:ext cx="7763506" cy="5040607"/>
          </a:xfrm>
          <a:prstGeom prst="rect">
            <a:avLst/>
          </a:prstGeom>
        </p:spPr>
      </p:pic>
    </p:spTree>
    <p:extLst>
      <p:ext uri="{BB962C8B-B14F-4D97-AF65-F5344CB8AC3E}">
        <p14:creationId xmlns:p14="http://schemas.microsoft.com/office/powerpoint/2010/main" val="52273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082" y="169094"/>
            <a:ext cx="8756930" cy="691518"/>
          </a:xfrm>
        </p:spPr>
        <p:txBody>
          <a:bodyPr>
            <a:noAutofit/>
          </a:bodyPr>
          <a:lstStyle/>
          <a:p>
            <a:r>
              <a:rPr lang="en-ZA" sz="3200" u="sng" dirty="0"/>
              <a:t>Weekdays Vs Weekend Sales </a:t>
            </a:r>
          </a:p>
        </p:txBody>
      </p:sp>
      <p:sp>
        <p:nvSpPr>
          <p:cNvPr id="46" name="Slide Number Placeholder 5">
            <a:extLst>
              <a:ext uri="{FF2B5EF4-FFF2-40B4-BE49-F238E27FC236}">
                <a16:creationId xmlns:a16="http://schemas.microsoft.com/office/drawing/2014/main" id="{F40844C9-67FE-4E2E-AA09-6FF959A68FF0}"/>
              </a:ext>
            </a:extLst>
          </p:cNvPr>
          <p:cNvSpPr txBox="1">
            <a:spLocks/>
          </p:cNvSpPr>
          <p:nvPr/>
        </p:nvSpPr>
        <p:spPr>
          <a:xfrm>
            <a:off x="8990012" y="6000750"/>
            <a:ext cx="753545" cy="365125"/>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lgn="r">
              <a:buNone/>
            </a:pPr>
            <a:fld id="{3A98EE3D-8CD1-4C3F-BD1C-C98C9596463C}" type="slidenum">
              <a:rPr lang="en-US" sz="1000">
                <a:solidFill>
                  <a:schemeClr val="tx1">
                    <a:lumMod val="95000"/>
                  </a:schemeClr>
                </a:solidFill>
                <a:effectLst>
                  <a:outerShdw blurRad="50800" dist="38100" dir="2700000" algn="tl" rotWithShape="0">
                    <a:schemeClr val="bg1">
                      <a:alpha val="43000"/>
                    </a:schemeClr>
                  </a:outerShdw>
                </a:effectLst>
              </a:rPr>
              <a:pPr marL="36900" indent="0" algn="r">
                <a:buNone/>
              </a:pPr>
              <a:t>10</a:t>
            </a:fld>
            <a:endParaRPr lang="en-US" sz="1000" dirty="0">
              <a:solidFill>
                <a:schemeClr val="tx1">
                  <a:lumMod val="95000"/>
                </a:schemeClr>
              </a:solidFill>
              <a:effectLst>
                <a:outerShdw blurRad="50800" dist="38100" dir="2700000" algn="tl" rotWithShape="0">
                  <a:schemeClr val="bg1">
                    <a:alpha val="43000"/>
                  </a:schemeClr>
                </a:outerShdw>
              </a:effectLst>
            </a:endParaRPr>
          </a:p>
        </p:txBody>
      </p:sp>
      <p:sp>
        <p:nvSpPr>
          <p:cNvPr id="6" name="TextBox 5">
            <a:extLst>
              <a:ext uri="{FF2B5EF4-FFF2-40B4-BE49-F238E27FC236}">
                <a16:creationId xmlns:a16="http://schemas.microsoft.com/office/drawing/2014/main" id="{0D536B50-2F7B-4052-ADF3-77C5E530661D}"/>
              </a:ext>
            </a:extLst>
          </p:cNvPr>
          <p:cNvSpPr txBox="1"/>
          <p:nvPr/>
        </p:nvSpPr>
        <p:spPr>
          <a:xfrm>
            <a:off x="284684" y="5776704"/>
            <a:ext cx="8444753" cy="707886"/>
          </a:xfrm>
          <a:prstGeom prst="rect">
            <a:avLst/>
          </a:prstGeom>
          <a:noFill/>
        </p:spPr>
        <p:txBody>
          <a:bodyPr wrap="square" rtlCol="0">
            <a:spAutoFit/>
          </a:bodyPr>
          <a:lstStyle/>
          <a:p>
            <a:pPr algn="ctr"/>
            <a:r>
              <a:rPr lang="en-US" sz="2000" dirty="0"/>
              <a:t>The above graph shows that revenue for the company is mostly generated on weekdays in comparison to the weekend.  </a:t>
            </a:r>
            <a:endParaRPr lang="en-ZA" sz="2000" dirty="0"/>
          </a:p>
        </p:txBody>
      </p:sp>
      <p:pic>
        <p:nvPicPr>
          <p:cNvPr id="3" name="Picture 2">
            <a:extLst>
              <a:ext uri="{FF2B5EF4-FFF2-40B4-BE49-F238E27FC236}">
                <a16:creationId xmlns:a16="http://schemas.microsoft.com/office/drawing/2014/main" id="{E592FDE9-1DDC-456E-BA99-31F40024C795}"/>
              </a:ext>
            </a:extLst>
          </p:cNvPr>
          <p:cNvPicPr>
            <a:picLocks noChangeAspect="1"/>
          </p:cNvPicPr>
          <p:nvPr/>
        </p:nvPicPr>
        <p:blipFill>
          <a:blip r:embed="rId3"/>
          <a:stretch>
            <a:fillRect/>
          </a:stretch>
        </p:blipFill>
        <p:spPr>
          <a:xfrm>
            <a:off x="493656" y="1070916"/>
            <a:ext cx="8235781" cy="4575433"/>
          </a:xfrm>
          <a:prstGeom prst="rect">
            <a:avLst/>
          </a:prstGeom>
        </p:spPr>
      </p:pic>
    </p:spTree>
    <p:extLst>
      <p:ext uri="{BB962C8B-B14F-4D97-AF65-F5344CB8AC3E}">
        <p14:creationId xmlns:p14="http://schemas.microsoft.com/office/powerpoint/2010/main" val="2211409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5976" y="76932"/>
            <a:ext cx="6444036" cy="496809"/>
          </a:xfrm>
        </p:spPr>
        <p:txBody>
          <a:bodyPr>
            <a:normAutofit fontScale="90000"/>
          </a:bodyPr>
          <a:lstStyle/>
          <a:p>
            <a:pPr algn="l"/>
            <a:r>
              <a:rPr lang="en-US" u="sng" dirty="0"/>
              <a:t>SUMMARY</a:t>
            </a:r>
          </a:p>
        </p:txBody>
      </p:sp>
      <p:sp>
        <p:nvSpPr>
          <p:cNvPr id="3" name="Subtitle 2" descr="Tag=AccentColor&#10;Flavor=Light&#10;Target=Text"/>
          <p:cNvSpPr>
            <a:spLocks noGrp="1"/>
          </p:cNvSpPr>
          <p:nvPr>
            <p:ph type="subTitle" idx="13"/>
          </p:nvPr>
        </p:nvSpPr>
        <p:spPr>
          <a:xfrm>
            <a:off x="2623974" y="650674"/>
            <a:ext cx="6444036" cy="6117680"/>
          </a:xfrm>
        </p:spPr>
        <p:txBody>
          <a:bodyPr>
            <a:normAutofit fontScale="92500" lnSpcReduction="20000"/>
          </a:bodyPr>
          <a:lstStyle/>
          <a:p>
            <a:pPr marL="379800" indent="-342900">
              <a:buFont typeface="Arial" panose="020B0604020202020204" pitchFamily="34" charset="0"/>
              <a:buChar char="•"/>
            </a:pPr>
            <a:r>
              <a:rPr lang="en-US" sz="2100" dirty="0"/>
              <a:t>Sales revenue duration stats for all 3 stores includes:</a:t>
            </a:r>
          </a:p>
          <a:p>
            <a:pPr marL="1062900" lvl="1" indent="-342900">
              <a:buFont typeface="Arial" panose="020B0604020202020204" pitchFamily="34" charset="0"/>
              <a:buChar char="•"/>
            </a:pPr>
            <a:r>
              <a:rPr lang="en-US" dirty="0"/>
              <a:t>May 2023 at 32 269 – </a:t>
            </a:r>
            <a:r>
              <a:rPr lang="en-US" b="1" i="1" dirty="0"/>
              <a:t>(48%)</a:t>
            </a:r>
          </a:p>
          <a:p>
            <a:pPr marL="1062900" lvl="1" indent="-342900">
              <a:buFont typeface="Arial" panose="020B0604020202020204" pitchFamily="34" charset="0"/>
              <a:buChar char="•"/>
            </a:pPr>
            <a:r>
              <a:rPr lang="en-US" dirty="0"/>
              <a:t>Jun 2023 at 35 127 – </a:t>
            </a:r>
            <a:r>
              <a:rPr lang="en-US" b="1" i="1" dirty="0"/>
              <a:t>(52%)</a:t>
            </a:r>
          </a:p>
          <a:p>
            <a:pPr marL="379800" indent="-342900">
              <a:buFont typeface="Arial" panose="020B0604020202020204" pitchFamily="34" charset="0"/>
              <a:buChar char="•"/>
            </a:pPr>
            <a:r>
              <a:rPr lang="en-US" dirty="0"/>
              <a:t>Revenue is mostly attained during week days and in the morning hours at:</a:t>
            </a:r>
          </a:p>
          <a:p>
            <a:pPr marL="1062900" lvl="1" indent="-342900">
              <a:buFont typeface="Arial" panose="020B0604020202020204" pitchFamily="34" charset="0"/>
              <a:buChar char="•"/>
            </a:pPr>
            <a:r>
              <a:rPr lang="en-US" dirty="0"/>
              <a:t>Morning at 37 037 – </a:t>
            </a:r>
            <a:r>
              <a:rPr lang="en-US" b="1" i="1" dirty="0"/>
              <a:t>(55% )</a:t>
            </a:r>
          </a:p>
          <a:p>
            <a:pPr marL="1062900" lvl="1" indent="-342900">
              <a:buFont typeface="Arial" panose="020B0604020202020204" pitchFamily="34" charset="0"/>
              <a:buChar char="•"/>
            </a:pPr>
            <a:r>
              <a:rPr lang="en-US" dirty="0"/>
              <a:t>Afternoon at 15 971 – </a:t>
            </a:r>
            <a:r>
              <a:rPr lang="en-US" b="1" i="1" dirty="0"/>
              <a:t>(24%)</a:t>
            </a:r>
          </a:p>
          <a:p>
            <a:pPr marL="1062900" lvl="1" indent="-342900">
              <a:buFont typeface="Arial" panose="020B0604020202020204" pitchFamily="34" charset="0"/>
              <a:buChar char="•"/>
            </a:pPr>
            <a:r>
              <a:rPr lang="en-US" dirty="0"/>
              <a:t>Evening at 14 100 – </a:t>
            </a:r>
            <a:r>
              <a:rPr lang="en-US" b="1" i="1" dirty="0"/>
              <a:t>(21%)</a:t>
            </a:r>
          </a:p>
          <a:p>
            <a:pPr marL="1062900" lvl="1" indent="-342900">
              <a:buFont typeface="Arial" panose="020B0604020202020204" pitchFamily="34" charset="0"/>
              <a:buChar char="•"/>
            </a:pPr>
            <a:r>
              <a:rPr lang="en-US" dirty="0"/>
              <a:t>Night at 0% - </a:t>
            </a:r>
            <a:r>
              <a:rPr lang="en-US" b="1" i="1" dirty="0"/>
              <a:t>(0%)</a:t>
            </a:r>
          </a:p>
          <a:p>
            <a:pPr marL="379800" indent="-342900">
              <a:buFont typeface="Arial" panose="020B0604020202020204" pitchFamily="34" charset="0"/>
              <a:buChar char="•"/>
            </a:pPr>
            <a:r>
              <a:rPr lang="en-US" dirty="0"/>
              <a:t>The 3 Main Sold Products Brining Sales Revenue include:</a:t>
            </a:r>
          </a:p>
          <a:p>
            <a:pPr marL="1062900" lvl="1" indent="-342900">
              <a:buFont typeface="Arial" panose="020B0604020202020204" pitchFamily="34" charset="0"/>
              <a:buChar char="•"/>
            </a:pPr>
            <a:r>
              <a:rPr lang="en-US" dirty="0"/>
              <a:t>Coffee at 26 485 - </a:t>
            </a:r>
            <a:r>
              <a:rPr lang="en-US" b="1" i="1" dirty="0"/>
              <a:t>(39%)</a:t>
            </a:r>
          </a:p>
          <a:p>
            <a:pPr marL="1062900" lvl="1" indent="-342900">
              <a:buFont typeface="Arial" panose="020B0604020202020204" pitchFamily="34" charset="0"/>
              <a:buChar char="•"/>
            </a:pPr>
            <a:r>
              <a:rPr lang="en-US" dirty="0"/>
              <a:t>Tea at  20 557  - </a:t>
            </a:r>
            <a:r>
              <a:rPr lang="en-US" b="1" i="1" dirty="0"/>
              <a:t>(31%)</a:t>
            </a:r>
          </a:p>
          <a:p>
            <a:pPr marL="1062900" lvl="1" indent="-342900">
              <a:buFont typeface="Arial" panose="020B0604020202020204" pitchFamily="34" charset="0"/>
              <a:buChar char="•"/>
            </a:pPr>
            <a:r>
              <a:rPr lang="en-US" dirty="0"/>
              <a:t>Bakery at 10 106 -  </a:t>
            </a:r>
            <a:r>
              <a:rPr lang="en-US" b="1" i="1" dirty="0"/>
              <a:t>(15%)</a:t>
            </a:r>
          </a:p>
          <a:p>
            <a:pPr marL="379800" indent="-342900">
              <a:buFont typeface="Arial" panose="020B0604020202020204" pitchFamily="34" charset="0"/>
              <a:buChar char="•"/>
            </a:pPr>
            <a:r>
              <a:rPr lang="en-US" dirty="0"/>
              <a:t>Revenue Sales for all 3 stores locations include:  </a:t>
            </a:r>
          </a:p>
          <a:p>
            <a:pPr marL="1062900" lvl="1" indent="-342900">
              <a:buFont typeface="Arial" panose="020B0604020202020204" pitchFamily="34" charset="0"/>
              <a:buChar char="•"/>
            </a:pPr>
            <a:r>
              <a:rPr lang="en-US" dirty="0"/>
              <a:t>Astoria at 22 912  - </a:t>
            </a:r>
            <a:r>
              <a:rPr lang="en-US" b="1" i="1" dirty="0"/>
              <a:t>(34%)</a:t>
            </a:r>
          </a:p>
          <a:p>
            <a:pPr marL="1062900" lvl="1" indent="-342900">
              <a:buFont typeface="Arial" panose="020B0604020202020204" pitchFamily="34" charset="0"/>
              <a:buChar char="•"/>
            </a:pPr>
            <a:r>
              <a:rPr lang="en-US" dirty="0"/>
              <a:t>Hell’s Kitchen at 22 886 – </a:t>
            </a:r>
            <a:r>
              <a:rPr lang="en-US" b="1" i="1" dirty="0"/>
              <a:t>(34%)</a:t>
            </a:r>
          </a:p>
          <a:p>
            <a:pPr marL="1062900" lvl="1" indent="-342900">
              <a:buFont typeface="Arial" panose="020B0604020202020204" pitchFamily="34" charset="0"/>
              <a:buChar char="•"/>
            </a:pPr>
            <a:r>
              <a:rPr lang="en-US" dirty="0"/>
              <a:t>Lower Manhattan at 21 598 – </a:t>
            </a:r>
            <a:r>
              <a:rPr lang="en-US" b="1" i="1" dirty="0"/>
              <a:t>(32%) </a:t>
            </a:r>
            <a:endParaRPr lang="en-US" dirty="0"/>
          </a:p>
          <a:p>
            <a:pPr marL="379800" indent="-342900">
              <a:buFont typeface="Arial" panose="020B0604020202020204" pitchFamily="34" charset="0"/>
              <a:buChar char="•"/>
            </a:pPr>
            <a:endParaRPr lang="en-US" dirty="0"/>
          </a:p>
        </p:txBody>
      </p:sp>
      <p:pic>
        <p:nvPicPr>
          <p:cNvPr id="17" name="Picture Placeholder 16" descr="A person in a suit reading">
            <a:extLst>
              <a:ext uri="{FF2B5EF4-FFF2-40B4-BE49-F238E27FC236}">
                <a16:creationId xmlns:a16="http://schemas.microsoft.com/office/drawing/2014/main" id="{A2D17E8B-7A48-40BF-8132-27E5B0DBE65E}"/>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1535113" y="0"/>
            <a:ext cx="4081089" cy="6858000"/>
          </a:xfrm>
        </p:spPr>
      </p:pic>
      <p:sp>
        <p:nvSpPr>
          <p:cNvPr id="4" name="Footer Placeholder 3">
            <a:extLst>
              <a:ext uri="{FF2B5EF4-FFF2-40B4-BE49-F238E27FC236}">
                <a16:creationId xmlns:a16="http://schemas.microsoft.com/office/drawing/2014/main" id="{10C49536-DF0B-454A-9018-D4982C1EB884}"/>
              </a:ext>
            </a:extLst>
          </p:cNvPr>
          <p:cNvSpPr>
            <a:spLocks noGrp="1"/>
          </p:cNvSpPr>
          <p:nvPr>
            <p:ph type="ftr" sz="quarter" idx="11"/>
          </p:nvPr>
        </p:nvSpPr>
        <p:spPr/>
        <p:txBody>
          <a:bodyPr/>
          <a:lstStyle/>
          <a:p>
            <a:r>
              <a:rPr lang="en-US" dirty="0"/>
              <a:t>Sample footer text</a:t>
            </a:r>
          </a:p>
        </p:txBody>
      </p:sp>
      <p:sp>
        <p:nvSpPr>
          <p:cNvPr id="19" name="Slide Number Placeholder 5">
            <a:extLst>
              <a:ext uri="{FF2B5EF4-FFF2-40B4-BE49-F238E27FC236}">
                <a16:creationId xmlns:a16="http://schemas.microsoft.com/office/drawing/2014/main" id="{0F1BC668-CEDC-414E-9BE5-D2234A944056}"/>
              </a:ext>
            </a:extLst>
          </p:cNvPr>
          <p:cNvSpPr>
            <a:spLocks noGrp="1"/>
          </p:cNvSpPr>
          <p:nvPr>
            <p:ph type="sldNum" sz="quarter" idx="12"/>
          </p:nvPr>
        </p:nvSpPr>
        <p:spPr>
          <a:xfrm>
            <a:off x="8990012" y="6000750"/>
            <a:ext cx="753545" cy="365125"/>
          </a:xfrm>
        </p:spPr>
        <p:txBody>
          <a:bodyPr/>
          <a:lstStyle/>
          <a:p>
            <a:fld id="{3A98EE3D-8CD1-4C3F-BD1C-C98C9596463C}" type="slidenum">
              <a:rPr lang="en-US" smtClean="0"/>
              <a:pPr/>
              <a:t>11</a:t>
            </a:fld>
            <a:endParaRPr lang="en-US" dirty="0"/>
          </a:p>
        </p:txBody>
      </p:sp>
    </p:spTree>
    <p:extLst>
      <p:ext uri="{BB962C8B-B14F-4D97-AF65-F5344CB8AC3E}">
        <p14:creationId xmlns:p14="http://schemas.microsoft.com/office/powerpoint/2010/main" val="3831612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5976" y="76932"/>
            <a:ext cx="6444036" cy="496809"/>
          </a:xfrm>
        </p:spPr>
        <p:txBody>
          <a:bodyPr>
            <a:noAutofit/>
          </a:bodyPr>
          <a:lstStyle/>
          <a:p>
            <a:pPr algn="l"/>
            <a:r>
              <a:rPr lang="en-US" sz="3200" u="sng" dirty="0"/>
              <a:t>RECOMMENDATIONS</a:t>
            </a:r>
          </a:p>
        </p:txBody>
      </p:sp>
      <p:sp>
        <p:nvSpPr>
          <p:cNvPr id="3" name="Subtitle 2" descr="Tag=AccentColor&#10;Flavor=Light&#10;Target=Text"/>
          <p:cNvSpPr>
            <a:spLocks noGrp="1"/>
          </p:cNvSpPr>
          <p:nvPr>
            <p:ph type="subTitle" idx="13"/>
          </p:nvPr>
        </p:nvSpPr>
        <p:spPr>
          <a:xfrm>
            <a:off x="2623974" y="650674"/>
            <a:ext cx="6444036" cy="6117680"/>
          </a:xfrm>
        </p:spPr>
        <p:txBody>
          <a:bodyPr>
            <a:normAutofit fontScale="92500" lnSpcReduction="20000"/>
          </a:bodyPr>
          <a:lstStyle/>
          <a:p>
            <a:pPr marL="379800" indent="-342900">
              <a:buFont typeface="Arial" panose="020B0604020202020204" pitchFamily="34" charset="0"/>
              <a:buChar char="•"/>
            </a:pPr>
            <a:r>
              <a:rPr lang="en-US" dirty="0"/>
              <a:t>Due to revenue sales being high in the morning Bright Coffee shop cannot be opened after 06:00 as the target market may be potentially lost if there is any form of delay. </a:t>
            </a:r>
          </a:p>
          <a:p>
            <a:pPr marL="379800" indent="-342900">
              <a:buFont typeface="Arial" panose="020B0604020202020204" pitchFamily="34" charset="0"/>
              <a:buChar char="•"/>
            </a:pPr>
            <a:r>
              <a:rPr lang="en-US" dirty="0"/>
              <a:t>We need to introduce ice coffee and tea options in the afternoon as these cold products can potentially draw our customers into buying during the afternoons and evening time slots. Our revenue will gradually improve for both time buckets sales. </a:t>
            </a:r>
          </a:p>
          <a:p>
            <a:pPr marL="379800" indent="-342900">
              <a:buFont typeface="Arial" panose="020B0604020202020204" pitchFamily="34" charset="0"/>
              <a:buChar char="•"/>
            </a:pPr>
            <a:r>
              <a:rPr lang="en-US" dirty="0"/>
              <a:t>Bright Coffee shop cannot operate without the 3 main sold products </a:t>
            </a:r>
            <a:r>
              <a:rPr lang="en-US" i="1" dirty="0"/>
              <a:t>(i.e. Coffee, Tea, Bakery) </a:t>
            </a:r>
            <a:r>
              <a:rPr lang="en-US" dirty="0"/>
              <a:t>as these generate the most revenue into the company </a:t>
            </a:r>
            <a:r>
              <a:rPr lang="en-US" i="1" dirty="0"/>
              <a:t>(i.e. These stock products must be readily available across all stores)</a:t>
            </a:r>
          </a:p>
          <a:p>
            <a:pPr marL="379800" indent="-342900">
              <a:buFont typeface="Arial" panose="020B0604020202020204" pitchFamily="34" charset="0"/>
              <a:buChar char="•"/>
            </a:pPr>
            <a:r>
              <a:rPr lang="en-US" dirty="0"/>
              <a:t>Products sales for lower Manhattan will need reviewing as the sales percentage is the lowest of the 3 store location of the company. </a:t>
            </a:r>
          </a:p>
          <a:p>
            <a:pPr marL="379800" indent="-342900">
              <a:buFont typeface="Arial" panose="020B0604020202020204" pitchFamily="34" charset="0"/>
              <a:buChar char="•"/>
            </a:pPr>
            <a:r>
              <a:rPr lang="en-US" dirty="0"/>
              <a:t>Astoria store has great sales however at night there is 0% sales revenue which needs detailed review on how it can be improved. </a:t>
            </a:r>
          </a:p>
          <a:p>
            <a:pPr marL="379800" indent="-342900">
              <a:buFont typeface="Arial" panose="020B0604020202020204" pitchFamily="34" charset="0"/>
              <a:buChar char="•"/>
            </a:pPr>
            <a:r>
              <a:rPr lang="en-US" dirty="0"/>
              <a:t>We need to review if we still need to have stores opened during night time bucket as there is not revenue generated however we have operational costs that still impact the company.  </a:t>
            </a:r>
          </a:p>
        </p:txBody>
      </p:sp>
      <p:pic>
        <p:nvPicPr>
          <p:cNvPr id="17" name="Picture Placeholder 16" descr="A person in a suit reading">
            <a:extLst>
              <a:ext uri="{FF2B5EF4-FFF2-40B4-BE49-F238E27FC236}">
                <a16:creationId xmlns:a16="http://schemas.microsoft.com/office/drawing/2014/main" id="{A2D17E8B-7A48-40BF-8132-27E5B0DBE65E}"/>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1535113" y="0"/>
            <a:ext cx="4081089" cy="6858000"/>
          </a:xfrm>
        </p:spPr>
      </p:pic>
      <p:sp>
        <p:nvSpPr>
          <p:cNvPr id="19" name="Slide Number Placeholder 5">
            <a:extLst>
              <a:ext uri="{FF2B5EF4-FFF2-40B4-BE49-F238E27FC236}">
                <a16:creationId xmlns:a16="http://schemas.microsoft.com/office/drawing/2014/main" id="{0F1BC668-CEDC-414E-9BE5-D2234A944056}"/>
              </a:ext>
            </a:extLst>
          </p:cNvPr>
          <p:cNvSpPr>
            <a:spLocks noGrp="1"/>
          </p:cNvSpPr>
          <p:nvPr>
            <p:ph type="sldNum" sz="quarter" idx="12"/>
          </p:nvPr>
        </p:nvSpPr>
        <p:spPr>
          <a:xfrm>
            <a:off x="8990012" y="6000750"/>
            <a:ext cx="753545" cy="365125"/>
          </a:xfrm>
        </p:spPr>
        <p:txBody>
          <a:bodyPr/>
          <a:lstStyle/>
          <a:p>
            <a:fld id="{3A98EE3D-8CD1-4C3F-BD1C-C98C9596463C}" type="slidenum">
              <a:rPr lang="en-US" smtClean="0"/>
              <a:pPr/>
              <a:t>12</a:t>
            </a:fld>
            <a:endParaRPr lang="en-US" dirty="0"/>
          </a:p>
        </p:txBody>
      </p:sp>
    </p:spTree>
    <p:extLst>
      <p:ext uri="{BB962C8B-B14F-4D97-AF65-F5344CB8AC3E}">
        <p14:creationId xmlns:p14="http://schemas.microsoft.com/office/powerpoint/2010/main" val="1671222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Placeholder 22" descr="A person sitting in a chair">
            <a:extLst>
              <a:ext uri="{FF2B5EF4-FFF2-40B4-BE49-F238E27FC236}">
                <a16:creationId xmlns:a16="http://schemas.microsoft.com/office/drawing/2014/main" id="{D7295B9C-2CB9-499D-8649-8B68BCBBD20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1524000" y="0"/>
            <a:ext cx="12192000" cy="6858000"/>
          </a:xfrm>
        </p:spPr>
      </p:pic>
      <p:sp useBgFill="1">
        <p:nvSpPr>
          <p:cNvPr id="2" name="Title 1"/>
          <p:cNvSpPr>
            <a:spLocks noGrp="1"/>
          </p:cNvSpPr>
          <p:nvPr>
            <p:ph type="ctrTitle"/>
          </p:nvPr>
        </p:nvSpPr>
        <p:spPr>
          <a:xfrm>
            <a:off x="-377324" y="1572884"/>
            <a:ext cx="4100417" cy="2585050"/>
          </a:xfrm>
        </p:spPr>
        <p:txBody>
          <a:bodyPr>
            <a:normAutofit/>
          </a:bodyPr>
          <a:lstStyle/>
          <a:p>
            <a:r>
              <a:rPr lang="en-US" dirty="0"/>
              <a:t>Thank you</a:t>
            </a:r>
          </a:p>
        </p:txBody>
      </p:sp>
      <p:sp useBgFill="1">
        <p:nvSpPr>
          <p:cNvPr id="3" name="Subtitle 2" descr="Tag=AccentColor&#10;Flavor=Light&#10;Target=Text"/>
          <p:cNvSpPr>
            <a:spLocks noGrp="1"/>
          </p:cNvSpPr>
          <p:nvPr>
            <p:ph type="subTitle" idx="1"/>
          </p:nvPr>
        </p:nvSpPr>
        <p:spPr>
          <a:xfrm>
            <a:off x="0" y="4157934"/>
            <a:ext cx="3576919" cy="1446364"/>
          </a:xfrm>
        </p:spPr>
        <p:txBody>
          <a:bodyPr>
            <a:normAutofit/>
          </a:bodyPr>
          <a:lstStyle/>
          <a:p>
            <a:endParaRPr lang="en-US" dirty="0"/>
          </a:p>
          <a:p>
            <a:r>
              <a:rPr lang="en-US" dirty="0" err="1"/>
              <a:t>Sebolelo</a:t>
            </a:r>
            <a:r>
              <a:rPr lang="en-US" dirty="0"/>
              <a:t> Mary Moshe</a:t>
            </a:r>
          </a:p>
          <a:p>
            <a:r>
              <a:rPr lang="en-US" dirty="0"/>
              <a:t>MSebolelo@gmail.com</a:t>
            </a:r>
          </a:p>
          <a:p>
            <a:pPr marL="36900" indent="0">
              <a:buNone/>
            </a:pPr>
            <a:endParaRPr lang="en-US" dirty="0"/>
          </a:p>
        </p:txBody>
      </p:sp>
      <p:sp>
        <p:nvSpPr>
          <p:cNvPr id="7" name="Footer Placeholder 4">
            <a:extLst>
              <a:ext uri="{FF2B5EF4-FFF2-40B4-BE49-F238E27FC236}">
                <a16:creationId xmlns:a16="http://schemas.microsoft.com/office/drawing/2014/main" id="{F6A038F3-7410-4D47-B069-E4BE5999140F}"/>
              </a:ext>
            </a:extLst>
          </p:cNvPr>
          <p:cNvSpPr>
            <a:spLocks noGrp="1"/>
          </p:cNvSpPr>
          <p:nvPr>
            <p:ph type="ftr" sz="quarter" idx="11"/>
          </p:nvPr>
        </p:nvSpPr>
        <p:spPr>
          <a:xfrm>
            <a:off x="-610205" y="6000750"/>
            <a:ext cx="6672865" cy="365125"/>
          </a:xfrm>
        </p:spPr>
        <p:txBody>
          <a:bodyPr/>
          <a:lstStyle/>
          <a:p>
            <a:r>
              <a:rPr lang="en-US" dirty="0"/>
              <a:t>Sample footer text</a:t>
            </a:r>
          </a:p>
        </p:txBody>
      </p:sp>
      <p:sp>
        <p:nvSpPr>
          <p:cNvPr id="6" name="Date Placeholder 3">
            <a:extLst>
              <a:ext uri="{FF2B5EF4-FFF2-40B4-BE49-F238E27FC236}">
                <a16:creationId xmlns:a16="http://schemas.microsoft.com/office/drawing/2014/main" id="{050EEE3A-3F43-4692-B3E5-6CC126CAE1D4}"/>
              </a:ext>
            </a:extLst>
          </p:cNvPr>
          <p:cNvSpPr>
            <a:spLocks noGrp="1"/>
          </p:cNvSpPr>
          <p:nvPr>
            <p:ph type="dt" sz="half" idx="10"/>
          </p:nvPr>
        </p:nvSpPr>
        <p:spPr>
          <a:xfrm>
            <a:off x="6154736" y="6000750"/>
            <a:ext cx="2743200" cy="365125"/>
          </a:xfrm>
        </p:spPr>
        <p:txBody>
          <a:bodyPr/>
          <a:lstStyle/>
          <a:p>
            <a:r>
              <a:rPr lang="en-US" dirty="0"/>
              <a:t>20XX</a:t>
            </a:r>
          </a:p>
        </p:txBody>
      </p:sp>
      <p:sp>
        <p:nvSpPr>
          <p:cNvPr id="8" name="Slide Number Placeholder 5">
            <a:extLst>
              <a:ext uri="{FF2B5EF4-FFF2-40B4-BE49-F238E27FC236}">
                <a16:creationId xmlns:a16="http://schemas.microsoft.com/office/drawing/2014/main" id="{A3976785-1E20-4209-911D-22069764DCD4}"/>
              </a:ext>
            </a:extLst>
          </p:cNvPr>
          <p:cNvSpPr>
            <a:spLocks noGrp="1"/>
          </p:cNvSpPr>
          <p:nvPr>
            <p:ph type="sldNum" sz="quarter" idx="12"/>
          </p:nvPr>
        </p:nvSpPr>
        <p:spPr>
          <a:xfrm>
            <a:off x="8990012" y="6000750"/>
            <a:ext cx="753545" cy="365125"/>
          </a:xfrm>
        </p:spPr>
        <p:txBody>
          <a:bodyPr/>
          <a:lstStyle/>
          <a:p>
            <a:fld id="{3A98EE3D-8CD1-4C3F-BD1C-C98C9596463C}" type="slidenum">
              <a:rPr lang="en-US" smtClean="0"/>
              <a:pPr/>
              <a:t>13</a:t>
            </a:fld>
            <a:endParaRPr lang="en-US" dirty="0"/>
          </a:p>
        </p:txBody>
      </p:sp>
    </p:spTree>
    <p:extLst>
      <p:ext uri="{BB962C8B-B14F-4D97-AF65-F5344CB8AC3E}">
        <p14:creationId xmlns:p14="http://schemas.microsoft.com/office/powerpoint/2010/main" val="42685096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1D2C913-C7E9-427D-8C7B-4D2DB36F60BD}">
  <ds:schemaRefs>
    <ds:schemaRef ds:uri="http://schemas.microsoft.com/sharepoint/v3/contenttype/forms"/>
  </ds:schemaRefs>
</ds:datastoreItem>
</file>

<file path=customXml/itemProps2.xml><?xml version="1.0" encoding="utf-8"?>
<ds:datastoreItem xmlns:ds="http://schemas.openxmlformats.org/officeDocument/2006/customXml" ds:itemID="{DF06F3F2-9398-47DD-B339-5E062F7F29B5}">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80EF115D-73C4-4C20-A44F-97481CD74C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Coffee corner design</Template>
  <TotalTime>978</TotalTime>
  <Words>647</Words>
  <Application>Microsoft Office PowerPoint</Application>
  <PresentationFormat>On-screen Show (4:3)</PresentationFormat>
  <Paragraphs>86</Paragraphs>
  <Slides>13</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Calisto MT</vt:lpstr>
      <vt:lpstr>Wingdings</vt:lpstr>
      <vt:lpstr>Wingdings 2</vt:lpstr>
      <vt:lpstr>SlateVTI</vt:lpstr>
      <vt:lpstr>Bright Coffee Shop Sales Analysis</vt:lpstr>
      <vt:lpstr>Agenda</vt:lpstr>
      <vt:lpstr>Introduction</vt:lpstr>
      <vt:lpstr>Sales Trends Across 3 Stores Locations</vt:lpstr>
      <vt:lpstr>The Products That Generate The Most Revenue</vt:lpstr>
      <vt:lpstr>The Products That Generate The Most Revenue</vt:lpstr>
      <vt:lpstr>The Time Of Day The Company  Performs Best </vt:lpstr>
      <vt:lpstr>The Time Of Day The Company  Performs Best </vt:lpstr>
      <vt:lpstr>Sales Trends Across Products And Time Intervals</vt:lpstr>
      <vt:lpstr>Weekdays Vs Weekend Sales </vt:lpstr>
      <vt:lpstr>SUMMARY</vt:lpstr>
      <vt:lpstr>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Bright Coffee Shop Sales Analysis</dc:title>
  <dc:creator>SEBOLELO</dc:creator>
  <cp:lastModifiedBy>SEBOLELO</cp:lastModifiedBy>
  <cp:revision>34</cp:revision>
  <dcterms:created xsi:type="dcterms:W3CDTF">2025-10-25T13:29:41Z</dcterms:created>
  <dcterms:modified xsi:type="dcterms:W3CDTF">2025-11-16T14:05:01Z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